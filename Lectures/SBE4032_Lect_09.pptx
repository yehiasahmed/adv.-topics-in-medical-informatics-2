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8"/>
  </p:notesMasterIdLst>
  <p:sldIdLst>
    <p:sldId id="349" r:id="rId2"/>
    <p:sldId id="399" r:id="rId3"/>
    <p:sldId id="350" r:id="rId4"/>
    <p:sldId id="381" r:id="rId5"/>
    <p:sldId id="377" r:id="rId6"/>
    <p:sldId id="400" r:id="rId7"/>
    <p:sldId id="375" r:id="rId8"/>
    <p:sldId id="352" r:id="rId9"/>
    <p:sldId id="353" r:id="rId10"/>
    <p:sldId id="354" r:id="rId11"/>
    <p:sldId id="355" r:id="rId12"/>
    <p:sldId id="356" r:id="rId13"/>
    <p:sldId id="378" r:id="rId14"/>
    <p:sldId id="376" r:id="rId15"/>
    <p:sldId id="361" r:id="rId16"/>
    <p:sldId id="359" r:id="rId17"/>
    <p:sldId id="362" r:id="rId18"/>
    <p:sldId id="322" r:id="rId19"/>
    <p:sldId id="388" r:id="rId20"/>
    <p:sldId id="424" r:id="rId21"/>
    <p:sldId id="328" r:id="rId22"/>
    <p:sldId id="426" r:id="rId23"/>
    <p:sldId id="427" r:id="rId24"/>
    <p:sldId id="428" r:id="rId25"/>
    <p:sldId id="431" r:id="rId26"/>
    <p:sldId id="430" r:id="rId27"/>
    <p:sldId id="429" r:id="rId28"/>
    <p:sldId id="432" r:id="rId29"/>
    <p:sldId id="433" r:id="rId30"/>
    <p:sldId id="434" r:id="rId31"/>
    <p:sldId id="435" r:id="rId32"/>
    <p:sldId id="436" r:id="rId33"/>
    <p:sldId id="437" r:id="rId34"/>
    <p:sldId id="438" r:id="rId35"/>
    <p:sldId id="439" r:id="rId36"/>
    <p:sldId id="414" r:id="rId37"/>
    <p:sldId id="417" r:id="rId38"/>
    <p:sldId id="425" r:id="rId39"/>
    <p:sldId id="416" r:id="rId40"/>
    <p:sldId id="411" r:id="rId41"/>
    <p:sldId id="387" r:id="rId42"/>
    <p:sldId id="415" r:id="rId43"/>
    <p:sldId id="418" r:id="rId44"/>
    <p:sldId id="419" r:id="rId45"/>
    <p:sldId id="420" r:id="rId46"/>
    <p:sldId id="421" r:id="rId47"/>
  </p:sldIdLst>
  <p:sldSz cx="12252325" cy="6858000"/>
  <p:notesSz cx="6858000" cy="9144000"/>
  <p:defaultTextStyle>
    <a:defPPr>
      <a:defRPr lang="en-US"/>
    </a:defPPr>
    <a:lvl1pPr marL="0" algn="l" defTabSz="550377" rtl="0" eaLnBrk="1" latinLnBrk="0" hangingPunct="1">
      <a:defRPr sz="2167" kern="1200">
        <a:solidFill>
          <a:schemeClr val="tx1"/>
        </a:solidFill>
        <a:latin typeface="+mn-lt"/>
        <a:ea typeface="+mn-ea"/>
        <a:cs typeface="+mn-cs"/>
      </a:defRPr>
    </a:lvl1pPr>
    <a:lvl2pPr marL="550377" algn="l" defTabSz="550377" rtl="0" eaLnBrk="1" latinLnBrk="0" hangingPunct="1">
      <a:defRPr sz="2167" kern="1200">
        <a:solidFill>
          <a:schemeClr val="tx1"/>
        </a:solidFill>
        <a:latin typeface="+mn-lt"/>
        <a:ea typeface="+mn-ea"/>
        <a:cs typeface="+mn-cs"/>
      </a:defRPr>
    </a:lvl2pPr>
    <a:lvl3pPr marL="1100755" algn="l" defTabSz="550377" rtl="0" eaLnBrk="1" latinLnBrk="0" hangingPunct="1">
      <a:defRPr sz="2167" kern="1200">
        <a:solidFill>
          <a:schemeClr val="tx1"/>
        </a:solidFill>
        <a:latin typeface="+mn-lt"/>
        <a:ea typeface="+mn-ea"/>
        <a:cs typeface="+mn-cs"/>
      </a:defRPr>
    </a:lvl3pPr>
    <a:lvl4pPr marL="1651132" algn="l" defTabSz="550377" rtl="0" eaLnBrk="1" latinLnBrk="0" hangingPunct="1">
      <a:defRPr sz="2167" kern="1200">
        <a:solidFill>
          <a:schemeClr val="tx1"/>
        </a:solidFill>
        <a:latin typeface="+mn-lt"/>
        <a:ea typeface="+mn-ea"/>
        <a:cs typeface="+mn-cs"/>
      </a:defRPr>
    </a:lvl4pPr>
    <a:lvl5pPr marL="2201509" algn="l" defTabSz="550377" rtl="0" eaLnBrk="1" latinLnBrk="0" hangingPunct="1">
      <a:defRPr sz="2167" kern="1200">
        <a:solidFill>
          <a:schemeClr val="tx1"/>
        </a:solidFill>
        <a:latin typeface="+mn-lt"/>
        <a:ea typeface="+mn-ea"/>
        <a:cs typeface="+mn-cs"/>
      </a:defRPr>
    </a:lvl5pPr>
    <a:lvl6pPr marL="2751887" algn="l" defTabSz="550377" rtl="0" eaLnBrk="1" latinLnBrk="0" hangingPunct="1">
      <a:defRPr sz="2167" kern="1200">
        <a:solidFill>
          <a:schemeClr val="tx1"/>
        </a:solidFill>
        <a:latin typeface="+mn-lt"/>
        <a:ea typeface="+mn-ea"/>
        <a:cs typeface="+mn-cs"/>
      </a:defRPr>
    </a:lvl6pPr>
    <a:lvl7pPr marL="3302264" algn="l" defTabSz="550377" rtl="0" eaLnBrk="1" latinLnBrk="0" hangingPunct="1">
      <a:defRPr sz="2167" kern="1200">
        <a:solidFill>
          <a:schemeClr val="tx1"/>
        </a:solidFill>
        <a:latin typeface="+mn-lt"/>
        <a:ea typeface="+mn-ea"/>
        <a:cs typeface="+mn-cs"/>
      </a:defRPr>
    </a:lvl7pPr>
    <a:lvl8pPr marL="3852642" algn="l" defTabSz="550377" rtl="0" eaLnBrk="1" latinLnBrk="0" hangingPunct="1">
      <a:defRPr sz="2167" kern="1200">
        <a:solidFill>
          <a:schemeClr val="tx1"/>
        </a:solidFill>
        <a:latin typeface="+mn-lt"/>
        <a:ea typeface="+mn-ea"/>
        <a:cs typeface="+mn-cs"/>
      </a:defRPr>
    </a:lvl8pPr>
    <a:lvl9pPr marL="4403019" algn="l" defTabSz="550377" rtl="0" eaLnBrk="1" latinLnBrk="0" hangingPunct="1">
      <a:defRPr sz="216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0D00"/>
    <a:srgbClr val="E88FBA"/>
    <a:srgbClr val="D1B4CF"/>
    <a:srgbClr val="E8EFD1"/>
    <a:srgbClr val="F1C9DD"/>
    <a:srgbClr val="C5B5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autoAdjust="0"/>
    <p:restoredTop sz="94660"/>
  </p:normalViewPr>
  <p:slideViewPr>
    <p:cSldViewPr snapToGrid="0">
      <p:cViewPr varScale="1">
        <p:scale>
          <a:sx n="114" d="100"/>
          <a:sy n="114" d="100"/>
        </p:scale>
        <p:origin x="21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Eid" userId="b3dc3dea385d146a" providerId="LiveId" clId="{1DEF9D27-B1FA-4A4F-8A1C-E7A5D0D13333}"/>
    <pc:docChg chg="custSel modSld sldOrd">
      <pc:chgData name="Ahmed Eid" userId="b3dc3dea385d146a" providerId="LiveId" clId="{1DEF9D27-B1FA-4A4F-8A1C-E7A5D0D13333}" dt="2020-10-01T05:07:19.953" v="254" actId="20577"/>
      <pc:docMkLst>
        <pc:docMk/>
      </pc:docMkLst>
      <pc:sldChg chg="addSp delSp modSp modTransition modAnim">
        <pc:chgData name="Ahmed Eid" userId="b3dc3dea385d146a" providerId="LiveId" clId="{1DEF9D27-B1FA-4A4F-8A1C-E7A5D0D13333}" dt="2020-10-01T04:22:44.719" v="252"/>
        <pc:sldMkLst>
          <pc:docMk/>
          <pc:sldMk cId="3548034977" sldId="262"/>
        </pc:sldMkLst>
        <pc:picChg chg="add del mod">
          <ac:chgData name="Ahmed Eid" userId="b3dc3dea385d146a" providerId="LiveId" clId="{1DEF9D27-B1FA-4A4F-8A1C-E7A5D0D13333}" dt="2020-10-01T04:22:26.692" v="251"/>
          <ac:picMkLst>
            <pc:docMk/>
            <pc:sldMk cId="3548034977" sldId="262"/>
            <ac:picMk id="3" creationId="{D5ECC400-A56E-4332-86E0-984F339E8458}"/>
          </ac:picMkLst>
        </pc:picChg>
        <pc:picChg chg="add mod">
          <ac:chgData name="Ahmed Eid" userId="b3dc3dea385d146a" providerId="LiveId" clId="{1DEF9D27-B1FA-4A4F-8A1C-E7A5D0D13333}" dt="2020-10-01T04:22:44.719" v="252"/>
          <ac:picMkLst>
            <pc:docMk/>
            <pc:sldMk cId="3548034977" sldId="262"/>
            <ac:picMk id="6" creationId="{3863B70A-6260-42D4-A212-06572A075EF8}"/>
          </ac:picMkLst>
        </pc:picChg>
      </pc:sldChg>
      <pc:sldChg chg="addSp delSp modSp mod">
        <pc:chgData name="Ahmed Eid" userId="b3dc3dea385d146a" providerId="LiveId" clId="{1DEF9D27-B1FA-4A4F-8A1C-E7A5D0D13333}" dt="2020-10-01T01:45:39.982" v="136"/>
        <pc:sldMkLst>
          <pc:docMk/>
          <pc:sldMk cId="612417556" sldId="349"/>
        </pc:sldMkLst>
        <pc:spChg chg="del">
          <ac:chgData name="Ahmed Eid" userId="b3dc3dea385d146a" providerId="LiveId" clId="{1DEF9D27-B1FA-4A4F-8A1C-E7A5D0D13333}" dt="2020-09-21T01:09:58.620" v="0" actId="478"/>
          <ac:spMkLst>
            <pc:docMk/>
            <pc:sldMk cId="612417556" sldId="349"/>
            <ac:spMk id="11" creationId="{EDCC76AE-7B5E-4379-A631-1BF7DC31E325}"/>
          </ac:spMkLst>
        </pc:spChg>
        <pc:picChg chg="add mod">
          <ac:chgData name="Ahmed Eid" userId="b3dc3dea385d146a" providerId="LiveId" clId="{1DEF9D27-B1FA-4A4F-8A1C-E7A5D0D13333}" dt="2020-10-01T01:45:39.982" v="136"/>
          <ac:picMkLst>
            <pc:docMk/>
            <pc:sldMk cId="612417556" sldId="349"/>
            <ac:picMk id="3" creationId="{201FC7F8-5370-433C-AF49-A689310414EC}"/>
          </ac:picMkLst>
        </pc:picChg>
      </pc:sldChg>
      <pc:sldChg chg="addSp delSp modSp mod modTransition modAnim">
        <pc:chgData name="Ahmed Eid" userId="b3dc3dea385d146a" providerId="LiveId" clId="{1DEF9D27-B1FA-4A4F-8A1C-E7A5D0D13333}" dt="2020-10-01T01:51:05.857" v="141"/>
        <pc:sldMkLst>
          <pc:docMk/>
          <pc:sldMk cId="858321842" sldId="350"/>
        </pc:sldMkLst>
        <pc:spChg chg="mod">
          <ac:chgData name="Ahmed Eid" userId="b3dc3dea385d146a" providerId="LiveId" clId="{1DEF9D27-B1FA-4A4F-8A1C-E7A5D0D13333}" dt="2020-10-01T01:08:54.258" v="1" actId="20577"/>
          <ac:spMkLst>
            <pc:docMk/>
            <pc:sldMk cId="858321842" sldId="350"/>
            <ac:spMk id="38" creationId="{1AB0D3E2-6F92-4A1D-9B85-E3579E2EDAFA}"/>
          </ac:spMkLst>
        </pc:spChg>
        <pc:picChg chg="add del mod">
          <ac:chgData name="Ahmed Eid" userId="b3dc3dea385d146a" providerId="LiveId" clId="{1DEF9D27-B1FA-4A4F-8A1C-E7A5D0D13333}" dt="2020-10-01T01:48:19.736" v="138"/>
          <ac:picMkLst>
            <pc:docMk/>
            <pc:sldMk cId="858321842" sldId="350"/>
            <ac:picMk id="3" creationId="{C61676EF-6E09-4BCF-BBA7-250A6E7A9030}"/>
          </ac:picMkLst>
        </pc:picChg>
        <pc:picChg chg="add del mod">
          <ac:chgData name="Ahmed Eid" userId="b3dc3dea385d146a" providerId="LiveId" clId="{1DEF9D27-B1FA-4A4F-8A1C-E7A5D0D13333}" dt="2020-10-01T01:49:24.346" v="140"/>
          <ac:picMkLst>
            <pc:docMk/>
            <pc:sldMk cId="858321842" sldId="350"/>
            <ac:picMk id="4" creationId="{884B049B-3D7D-41F8-A79D-46C68528DBF8}"/>
          </ac:picMkLst>
        </pc:picChg>
        <pc:picChg chg="add mod">
          <ac:chgData name="Ahmed Eid" userId="b3dc3dea385d146a" providerId="LiveId" clId="{1DEF9D27-B1FA-4A4F-8A1C-E7A5D0D13333}" dt="2020-10-01T01:51:05.857" v="141"/>
          <ac:picMkLst>
            <pc:docMk/>
            <pc:sldMk cId="858321842" sldId="350"/>
            <ac:picMk id="5" creationId="{2CA27D33-D434-4487-83A5-35216BFC396A}"/>
          </ac:picMkLst>
        </pc:picChg>
      </pc:sldChg>
      <pc:sldChg chg="addSp delSp modSp modTransition modAnim">
        <pc:chgData name="Ahmed Eid" userId="b3dc3dea385d146a" providerId="LiveId" clId="{1DEF9D27-B1FA-4A4F-8A1C-E7A5D0D13333}" dt="2020-10-01T02:31:42.766" v="154"/>
        <pc:sldMkLst>
          <pc:docMk/>
          <pc:sldMk cId="13212548" sldId="352"/>
        </pc:sldMkLst>
        <pc:spChg chg="mod">
          <ac:chgData name="Ahmed Eid" userId="b3dc3dea385d146a" providerId="LiveId" clId="{1DEF9D27-B1FA-4A4F-8A1C-E7A5D0D13333}" dt="2020-10-01T01:34:05.735" v="135" actId="207"/>
          <ac:spMkLst>
            <pc:docMk/>
            <pc:sldMk cId="13212548" sldId="352"/>
            <ac:spMk id="6" creationId="{DD0FEF78-E7DE-42C2-BD66-C9BC7B0767A9}"/>
          </ac:spMkLst>
        </pc:spChg>
        <pc:picChg chg="add del mod">
          <ac:chgData name="Ahmed Eid" userId="b3dc3dea385d146a" providerId="LiveId" clId="{1DEF9D27-B1FA-4A4F-8A1C-E7A5D0D13333}" dt="2020-10-01T02:26:47.311" v="153"/>
          <ac:picMkLst>
            <pc:docMk/>
            <pc:sldMk cId="13212548" sldId="352"/>
            <ac:picMk id="11" creationId="{39CDBED3-FF18-4FD2-B8B8-778D3A3C5310}"/>
          </ac:picMkLst>
        </pc:picChg>
        <pc:picChg chg="add mod">
          <ac:chgData name="Ahmed Eid" userId="b3dc3dea385d146a" providerId="LiveId" clId="{1DEF9D27-B1FA-4A4F-8A1C-E7A5D0D13333}" dt="2020-10-01T02:31:42.766" v="154"/>
          <ac:picMkLst>
            <pc:docMk/>
            <pc:sldMk cId="13212548" sldId="352"/>
            <ac:picMk id="14" creationId="{D59EB68E-BF9D-4D36-9DD5-E5D3A144F119}"/>
          </ac:picMkLst>
        </pc:picChg>
        <pc:inkChg chg="add del">
          <ac:chgData name="Ahmed Eid" userId="b3dc3dea385d146a" providerId="LiveId" clId="{1DEF9D27-B1FA-4A4F-8A1C-E7A5D0D13333}" dt="2020-10-01T02:26:47.311" v="153"/>
          <ac:inkMkLst>
            <pc:docMk/>
            <pc:sldMk cId="13212548" sldId="352"/>
            <ac:inkMk id="3" creationId="{4F2F1226-431A-40B5-8F79-6230F368D5E0}"/>
          </ac:inkMkLst>
        </pc:inkChg>
        <pc:inkChg chg="add">
          <ac:chgData name="Ahmed Eid" userId="b3dc3dea385d146a" providerId="LiveId" clId="{1DEF9D27-B1FA-4A4F-8A1C-E7A5D0D13333}" dt="2020-10-01T02:31:42.766" v="154"/>
          <ac:inkMkLst>
            <pc:docMk/>
            <pc:sldMk cId="13212548" sldId="352"/>
            <ac:inkMk id="13" creationId="{1FA15AA6-EA73-49A9-9F9F-1DD0D0725D61}"/>
          </ac:inkMkLst>
        </pc:inkChg>
      </pc:sldChg>
      <pc:sldChg chg="addSp delSp modSp modTransition modAnim">
        <pc:chgData name="Ahmed Eid" userId="b3dc3dea385d146a" providerId="LiveId" clId="{1DEF9D27-B1FA-4A4F-8A1C-E7A5D0D13333}" dt="2020-10-01T02:34:13.825" v="156"/>
        <pc:sldMkLst>
          <pc:docMk/>
          <pc:sldMk cId="2083298540" sldId="353"/>
        </pc:sldMkLst>
        <pc:picChg chg="add del mod">
          <ac:chgData name="Ahmed Eid" userId="b3dc3dea385d146a" providerId="LiveId" clId="{1DEF9D27-B1FA-4A4F-8A1C-E7A5D0D13333}" dt="2020-10-01T02:31:47.262" v="155"/>
          <ac:picMkLst>
            <pc:docMk/>
            <pc:sldMk cId="2083298540" sldId="353"/>
            <ac:picMk id="4" creationId="{5A2FC90F-23B3-4767-93FC-875F7E0CE1C1}"/>
          </ac:picMkLst>
        </pc:picChg>
        <pc:picChg chg="add mod">
          <ac:chgData name="Ahmed Eid" userId="b3dc3dea385d146a" providerId="LiveId" clId="{1DEF9D27-B1FA-4A4F-8A1C-E7A5D0D13333}" dt="2020-10-01T02:34:13.825" v="156"/>
          <ac:picMkLst>
            <pc:docMk/>
            <pc:sldMk cId="2083298540" sldId="353"/>
            <ac:picMk id="6" creationId="{4036C15A-AB4C-48E3-8C45-59FA4FCAEC48}"/>
          </ac:picMkLst>
        </pc:picChg>
        <pc:inkChg chg="add del">
          <ac:chgData name="Ahmed Eid" userId="b3dc3dea385d146a" providerId="LiveId" clId="{1DEF9D27-B1FA-4A4F-8A1C-E7A5D0D13333}" dt="2020-10-01T02:31:47.262" v="155"/>
          <ac:inkMkLst>
            <pc:docMk/>
            <pc:sldMk cId="2083298540" sldId="353"/>
            <ac:inkMk id="3" creationId="{C91F3D1A-667C-4456-8DAF-57467A7A9675}"/>
          </ac:inkMkLst>
        </pc:inkChg>
        <pc:inkChg chg="add">
          <ac:chgData name="Ahmed Eid" userId="b3dc3dea385d146a" providerId="LiveId" clId="{1DEF9D27-B1FA-4A4F-8A1C-E7A5D0D13333}" dt="2020-10-01T02:34:13.825" v="156"/>
          <ac:inkMkLst>
            <pc:docMk/>
            <pc:sldMk cId="2083298540" sldId="353"/>
            <ac:inkMk id="5" creationId="{40141E65-A8D3-4A7F-B2C0-5F42F34A5B66}"/>
          </ac:inkMkLst>
        </pc:inkChg>
      </pc:sldChg>
      <pc:sldChg chg="addSp delSp modSp modTransition modAnim">
        <pc:chgData name="Ahmed Eid" userId="b3dc3dea385d146a" providerId="LiveId" clId="{1DEF9D27-B1FA-4A4F-8A1C-E7A5D0D13333}" dt="2020-10-01T02:51:02.158" v="164"/>
        <pc:sldMkLst>
          <pc:docMk/>
          <pc:sldMk cId="4140039765" sldId="354"/>
        </pc:sldMkLst>
        <pc:picChg chg="add del mod">
          <ac:chgData name="Ahmed Eid" userId="b3dc3dea385d146a" providerId="LiveId" clId="{1DEF9D27-B1FA-4A4F-8A1C-E7A5D0D13333}" dt="2020-10-01T02:34:16.903" v="157"/>
          <ac:picMkLst>
            <pc:docMk/>
            <pc:sldMk cId="4140039765" sldId="354"/>
            <ac:picMk id="4" creationId="{FF0CB70E-DF70-4E3E-85C4-56A957A3B5C2}"/>
          </ac:picMkLst>
        </pc:picChg>
        <pc:picChg chg="add del mod">
          <ac:chgData name="Ahmed Eid" userId="b3dc3dea385d146a" providerId="LiveId" clId="{1DEF9D27-B1FA-4A4F-8A1C-E7A5D0D13333}" dt="2020-10-01T02:37:31.462" v="159"/>
          <ac:picMkLst>
            <pc:docMk/>
            <pc:sldMk cId="4140039765" sldId="354"/>
            <ac:picMk id="7" creationId="{FEBE7758-8521-43C1-9924-4714238B6D46}"/>
          </ac:picMkLst>
        </pc:picChg>
        <pc:picChg chg="add del mod">
          <ac:chgData name="Ahmed Eid" userId="b3dc3dea385d146a" providerId="LiveId" clId="{1DEF9D27-B1FA-4A4F-8A1C-E7A5D0D13333}" dt="2020-10-01T02:43:46.327" v="161"/>
          <ac:picMkLst>
            <pc:docMk/>
            <pc:sldMk cId="4140039765" sldId="354"/>
            <ac:picMk id="9" creationId="{4D37E6E7-245A-4200-BBF5-BE2C7BAC96B4}"/>
          </ac:picMkLst>
        </pc:picChg>
        <pc:picChg chg="add del mod">
          <ac:chgData name="Ahmed Eid" userId="b3dc3dea385d146a" providerId="LiveId" clId="{1DEF9D27-B1FA-4A4F-8A1C-E7A5D0D13333}" dt="2020-10-01T02:43:58.646" v="163"/>
          <ac:picMkLst>
            <pc:docMk/>
            <pc:sldMk cId="4140039765" sldId="354"/>
            <ac:picMk id="11" creationId="{7EB212AC-96D4-49DC-BF51-DED346D85C5F}"/>
          </ac:picMkLst>
        </pc:picChg>
        <pc:picChg chg="add mod">
          <ac:chgData name="Ahmed Eid" userId="b3dc3dea385d146a" providerId="LiveId" clId="{1DEF9D27-B1FA-4A4F-8A1C-E7A5D0D13333}" dt="2020-10-01T02:51:02.158" v="164"/>
          <ac:picMkLst>
            <pc:docMk/>
            <pc:sldMk cId="4140039765" sldId="354"/>
            <ac:picMk id="13" creationId="{F50759E5-09E1-47FC-BC5A-14D8F0A55DF8}"/>
          </ac:picMkLst>
        </pc:picChg>
        <pc:inkChg chg="add del">
          <ac:chgData name="Ahmed Eid" userId="b3dc3dea385d146a" providerId="LiveId" clId="{1DEF9D27-B1FA-4A4F-8A1C-E7A5D0D13333}" dt="2020-10-01T02:34:16.903" v="157"/>
          <ac:inkMkLst>
            <pc:docMk/>
            <pc:sldMk cId="4140039765" sldId="354"/>
            <ac:inkMk id="3" creationId="{EA5EBDF3-DBDD-4ED8-8068-74C5C393233A}"/>
          </ac:inkMkLst>
        </pc:inkChg>
        <pc:inkChg chg="add del">
          <ac:chgData name="Ahmed Eid" userId="b3dc3dea385d146a" providerId="LiveId" clId="{1DEF9D27-B1FA-4A4F-8A1C-E7A5D0D13333}" dt="2020-10-01T02:37:31.462" v="159"/>
          <ac:inkMkLst>
            <pc:docMk/>
            <pc:sldMk cId="4140039765" sldId="354"/>
            <ac:inkMk id="5" creationId="{08143D52-E9EC-47BD-95DC-42823C345499}"/>
          </ac:inkMkLst>
        </pc:inkChg>
        <pc:inkChg chg="add del">
          <ac:chgData name="Ahmed Eid" userId="b3dc3dea385d146a" providerId="LiveId" clId="{1DEF9D27-B1FA-4A4F-8A1C-E7A5D0D13333}" dt="2020-10-01T02:43:46.327" v="161"/>
          <ac:inkMkLst>
            <pc:docMk/>
            <pc:sldMk cId="4140039765" sldId="354"/>
            <ac:inkMk id="8" creationId="{579AFFE3-5DC2-4C38-A888-AD17EA40FFAF}"/>
          </ac:inkMkLst>
        </pc:inkChg>
        <pc:inkChg chg="add">
          <ac:chgData name="Ahmed Eid" userId="b3dc3dea385d146a" providerId="LiveId" clId="{1DEF9D27-B1FA-4A4F-8A1C-E7A5D0D13333}" dt="2020-10-01T02:51:02.158" v="164"/>
          <ac:inkMkLst>
            <pc:docMk/>
            <pc:sldMk cId="4140039765" sldId="354"/>
            <ac:inkMk id="12" creationId="{1137A3FF-5F49-42C3-A72A-559C41760914}"/>
          </ac:inkMkLst>
        </pc:inkChg>
      </pc:sldChg>
      <pc:sldChg chg="addSp modSp">
        <pc:chgData name="Ahmed Eid" userId="b3dc3dea385d146a" providerId="LiveId" clId="{1DEF9D27-B1FA-4A4F-8A1C-E7A5D0D13333}" dt="2020-10-01T02:55:35.533" v="165"/>
        <pc:sldMkLst>
          <pc:docMk/>
          <pc:sldMk cId="4129067639" sldId="355"/>
        </pc:sldMkLst>
        <pc:picChg chg="add mod">
          <ac:chgData name="Ahmed Eid" userId="b3dc3dea385d146a" providerId="LiveId" clId="{1DEF9D27-B1FA-4A4F-8A1C-E7A5D0D13333}" dt="2020-10-01T02:55:35.533" v="165"/>
          <ac:picMkLst>
            <pc:docMk/>
            <pc:sldMk cId="4129067639" sldId="355"/>
            <ac:picMk id="5" creationId="{31AA3865-E9D7-4561-98B5-3A71761A675D}"/>
          </ac:picMkLst>
        </pc:picChg>
        <pc:inkChg chg="add">
          <ac:chgData name="Ahmed Eid" userId="b3dc3dea385d146a" providerId="LiveId" clId="{1DEF9D27-B1FA-4A4F-8A1C-E7A5D0D13333}" dt="2020-10-01T02:55:35.533" v="165"/>
          <ac:inkMkLst>
            <pc:docMk/>
            <pc:sldMk cId="4129067639" sldId="355"/>
            <ac:inkMk id="3" creationId="{6BA4B62D-13E1-4971-B9F5-A9575ECB3441}"/>
          </ac:inkMkLst>
        </pc:inkChg>
      </pc:sldChg>
      <pc:sldChg chg="addSp delSp modSp modTransition modAnim">
        <pc:chgData name="Ahmed Eid" userId="b3dc3dea385d146a" providerId="LiveId" clId="{1DEF9D27-B1FA-4A4F-8A1C-E7A5D0D13333}" dt="2020-10-01T03:03:39.383" v="167"/>
        <pc:sldMkLst>
          <pc:docMk/>
          <pc:sldMk cId="2714412803" sldId="356"/>
        </pc:sldMkLst>
        <pc:picChg chg="add del mod">
          <ac:chgData name="Ahmed Eid" userId="b3dc3dea385d146a" providerId="LiveId" clId="{1DEF9D27-B1FA-4A4F-8A1C-E7A5D0D13333}" dt="2020-10-01T02:56:42.075" v="166"/>
          <ac:picMkLst>
            <pc:docMk/>
            <pc:sldMk cId="2714412803" sldId="356"/>
            <ac:picMk id="3" creationId="{682BD030-8088-4416-AD04-CFDD597C57D7}"/>
          </ac:picMkLst>
        </pc:picChg>
        <pc:picChg chg="add mod">
          <ac:chgData name="Ahmed Eid" userId="b3dc3dea385d146a" providerId="LiveId" clId="{1DEF9D27-B1FA-4A4F-8A1C-E7A5D0D13333}" dt="2020-10-01T03:03:39.383" v="167"/>
          <ac:picMkLst>
            <pc:docMk/>
            <pc:sldMk cId="2714412803" sldId="356"/>
            <ac:picMk id="7" creationId="{E0F6D09A-1160-4C08-A4D2-168907FC5164}"/>
          </ac:picMkLst>
        </pc:picChg>
        <pc:inkChg chg="add">
          <ac:chgData name="Ahmed Eid" userId="b3dc3dea385d146a" providerId="LiveId" clId="{1DEF9D27-B1FA-4A4F-8A1C-E7A5D0D13333}" dt="2020-10-01T03:03:39.383" v="167"/>
          <ac:inkMkLst>
            <pc:docMk/>
            <pc:sldMk cId="2714412803" sldId="356"/>
            <ac:inkMk id="5" creationId="{2C7FA4A6-F8A3-4625-BE84-26205285B53B}"/>
          </ac:inkMkLst>
        </pc:inkChg>
      </pc:sldChg>
      <pc:sldChg chg="addSp delSp modSp mod modTransition modAnim">
        <pc:chgData name="Ahmed Eid" userId="b3dc3dea385d146a" providerId="LiveId" clId="{1DEF9D27-B1FA-4A4F-8A1C-E7A5D0D13333}" dt="2020-10-01T04:43:56.824" v="253" actId="20577"/>
        <pc:sldMkLst>
          <pc:docMk/>
          <pc:sldMk cId="2139794381" sldId="357"/>
        </pc:sldMkLst>
        <pc:spChg chg="mod">
          <ac:chgData name="Ahmed Eid" userId="b3dc3dea385d146a" providerId="LiveId" clId="{1DEF9D27-B1FA-4A4F-8A1C-E7A5D0D13333}" dt="2020-10-01T03:06:19.300" v="183" actId="14100"/>
          <ac:spMkLst>
            <pc:docMk/>
            <pc:sldMk cId="2139794381" sldId="357"/>
            <ac:spMk id="19" creationId="{5A5DA4A6-C748-47C7-902F-F98204DF455F}"/>
          </ac:spMkLst>
        </pc:spChg>
        <pc:spChg chg="mod">
          <ac:chgData name="Ahmed Eid" userId="b3dc3dea385d146a" providerId="LiveId" clId="{1DEF9D27-B1FA-4A4F-8A1C-E7A5D0D13333}" dt="2020-10-01T04:43:56.824" v="253" actId="20577"/>
          <ac:spMkLst>
            <pc:docMk/>
            <pc:sldMk cId="2139794381" sldId="357"/>
            <ac:spMk id="35" creationId="{750BD1E3-40E2-4123-8C10-39B3F7A8BB3C}"/>
          </ac:spMkLst>
        </pc:spChg>
        <pc:picChg chg="add del mod">
          <ac:chgData name="Ahmed Eid" userId="b3dc3dea385d146a" providerId="LiveId" clId="{1DEF9D27-B1FA-4A4F-8A1C-E7A5D0D13333}" dt="2020-10-01T03:05:51.889" v="168"/>
          <ac:picMkLst>
            <pc:docMk/>
            <pc:sldMk cId="2139794381" sldId="357"/>
            <ac:picMk id="3" creationId="{AC51CCB0-F49B-4A18-ABF6-8E060A7F6C00}"/>
          </ac:picMkLst>
        </pc:picChg>
        <pc:picChg chg="add del mod">
          <ac:chgData name="Ahmed Eid" userId="b3dc3dea385d146a" providerId="LiveId" clId="{1DEF9D27-B1FA-4A4F-8A1C-E7A5D0D13333}" dt="2020-10-01T03:07:08.660" v="186"/>
          <ac:picMkLst>
            <pc:docMk/>
            <pc:sldMk cId="2139794381" sldId="357"/>
            <ac:picMk id="5" creationId="{856EB611-81E8-4136-BF24-DB3839421356}"/>
          </ac:picMkLst>
        </pc:picChg>
        <pc:picChg chg="add del mod">
          <ac:chgData name="Ahmed Eid" userId="b3dc3dea385d146a" providerId="LiveId" clId="{1DEF9D27-B1FA-4A4F-8A1C-E7A5D0D13333}" dt="2020-10-01T03:10:58.810" v="188"/>
          <ac:picMkLst>
            <pc:docMk/>
            <pc:sldMk cId="2139794381" sldId="357"/>
            <ac:picMk id="7" creationId="{D14793DA-2A74-458F-9266-AE1BE8E8FF63}"/>
          </ac:picMkLst>
        </pc:picChg>
        <pc:picChg chg="add del mod">
          <ac:chgData name="Ahmed Eid" userId="b3dc3dea385d146a" providerId="LiveId" clId="{1DEF9D27-B1FA-4A4F-8A1C-E7A5D0D13333}" dt="2020-10-01T03:11:28.740" v="190"/>
          <ac:picMkLst>
            <pc:docMk/>
            <pc:sldMk cId="2139794381" sldId="357"/>
            <ac:picMk id="15" creationId="{78766803-983A-4B10-9BF0-F63E598A9586}"/>
          </ac:picMkLst>
        </pc:picChg>
        <pc:picChg chg="add mod">
          <ac:chgData name="Ahmed Eid" userId="b3dc3dea385d146a" providerId="LiveId" clId="{1DEF9D27-B1FA-4A4F-8A1C-E7A5D0D13333}" dt="2020-10-01T03:15:36.968" v="191"/>
          <ac:picMkLst>
            <pc:docMk/>
            <pc:sldMk cId="2139794381" sldId="357"/>
            <ac:picMk id="17" creationId="{C9FB5CD3-1346-423B-805E-015C7FE5F49E}"/>
          </ac:picMkLst>
        </pc:picChg>
        <pc:inkChg chg="add del">
          <ac:chgData name="Ahmed Eid" userId="b3dc3dea385d146a" providerId="LiveId" clId="{1DEF9D27-B1FA-4A4F-8A1C-E7A5D0D13333}" dt="2020-10-01T03:10:58.810" v="188"/>
          <ac:inkMkLst>
            <pc:docMk/>
            <pc:sldMk cId="2139794381" sldId="357"/>
            <ac:inkMk id="6" creationId="{90EF8B06-FA8B-47C6-9407-93D2388495E1}"/>
          </ac:inkMkLst>
        </pc:inkChg>
        <pc:inkChg chg="add">
          <ac:chgData name="Ahmed Eid" userId="b3dc3dea385d146a" providerId="LiveId" clId="{1DEF9D27-B1FA-4A4F-8A1C-E7A5D0D13333}" dt="2020-10-01T03:15:36.968" v="191"/>
          <ac:inkMkLst>
            <pc:docMk/>
            <pc:sldMk cId="2139794381" sldId="357"/>
            <ac:inkMk id="16" creationId="{BC007561-647C-4A02-ABDF-EFBD2F4A53C9}"/>
          </ac:inkMkLst>
        </pc:inkChg>
        <pc:cxnChg chg="mod">
          <ac:chgData name="Ahmed Eid" userId="b3dc3dea385d146a" providerId="LiveId" clId="{1DEF9D27-B1FA-4A4F-8A1C-E7A5D0D13333}" dt="2020-10-01T03:06:22.034" v="184" actId="1076"/>
          <ac:cxnSpMkLst>
            <pc:docMk/>
            <pc:sldMk cId="2139794381" sldId="357"/>
            <ac:cxnSpMk id="25" creationId="{4D61AE39-AD15-4CDF-84C1-9845F29815FF}"/>
          </ac:cxnSpMkLst>
        </pc:cxnChg>
      </pc:sldChg>
      <pc:sldChg chg="addSp delSp modSp modTransition modAnim">
        <pc:chgData name="Ahmed Eid" userId="b3dc3dea385d146a" providerId="LiveId" clId="{1DEF9D27-B1FA-4A4F-8A1C-E7A5D0D13333}" dt="2020-10-01T03:31:44.299" v="199"/>
        <pc:sldMkLst>
          <pc:docMk/>
          <pc:sldMk cId="2516138059" sldId="358"/>
        </pc:sldMkLst>
        <pc:picChg chg="add del mod">
          <ac:chgData name="Ahmed Eid" userId="b3dc3dea385d146a" providerId="LiveId" clId="{1DEF9D27-B1FA-4A4F-8A1C-E7A5D0D13333}" dt="2020-10-01T03:16:17.643" v="192"/>
          <ac:picMkLst>
            <pc:docMk/>
            <pc:sldMk cId="2516138059" sldId="358"/>
            <ac:picMk id="3" creationId="{00CF6F52-BE45-49A0-8986-5ED467517ACA}"/>
          </ac:picMkLst>
        </pc:picChg>
        <pc:picChg chg="add del mod">
          <ac:chgData name="Ahmed Eid" userId="b3dc3dea385d146a" providerId="LiveId" clId="{1DEF9D27-B1FA-4A4F-8A1C-E7A5D0D13333}" dt="2020-10-01T03:17:12.774" v="194"/>
          <ac:picMkLst>
            <pc:docMk/>
            <pc:sldMk cId="2516138059" sldId="358"/>
            <ac:picMk id="5" creationId="{BF0D7CDA-0933-4961-97F6-71CDD6CB0CD0}"/>
          </ac:picMkLst>
        </pc:picChg>
        <pc:picChg chg="add del mod">
          <ac:chgData name="Ahmed Eid" userId="b3dc3dea385d146a" providerId="LiveId" clId="{1DEF9D27-B1FA-4A4F-8A1C-E7A5D0D13333}" dt="2020-10-01T03:21:46.683" v="196"/>
          <ac:picMkLst>
            <pc:docMk/>
            <pc:sldMk cId="2516138059" sldId="358"/>
            <ac:picMk id="8" creationId="{07187DEA-0DCB-461D-AA70-7ADC5841D74B}"/>
          </ac:picMkLst>
        </pc:picChg>
        <pc:picChg chg="add del mod">
          <ac:chgData name="Ahmed Eid" userId="b3dc3dea385d146a" providerId="LiveId" clId="{1DEF9D27-B1FA-4A4F-8A1C-E7A5D0D13333}" dt="2020-10-01T03:22:06.914" v="198"/>
          <ac:picMkLst>
            <pc:docMk/>
            <pc:sldMk cId="2516138059" sldId="358"/>
            <ac:picMk id="11" creationId="{8309DE5D-0CFC-412E-85D2-A286E1C3E4AB}"/>
          </ac:picMkLst>
        </pc:picChg>
        <pc:picChg chg="add mod">
          <ac:chgData name="Ahmed Eid" userId="b3dc3dea385d146a" providerId="LiveId" clId="{1DEF9D27-B1FA-4A4F-8A1C-E7A5D0D13333}" dt="2020-10-01T03:31:44.299" v="199"/>
          <ac:picMkLst>
            <pc:docMk/>
            <pc:sldMk cId="2516138059" sldId="358"/>
            <ac:picMk id="13" creationId="{3EECA618-4F34-45B1-AC37-F3C2E3C4B8D9}"/>
          </ac:picMkLst>
        </pc:picChg>
        <pc:inkChg chg="add del">
          <ac:chgData name="Ahmed Eid" userId="b3dc3dea385d146a" providerId="LiveId" clId="{1DEF9D27-B1FA-4A4F-8A1C-E7A5D0D13333}" dt="2020-10-01T03:21:46.683" v="196"/>
          <ac:inkMkLst>
            <pc:docMk/>
            <pc:sldMk cId="2516138059" sldId="358"/>
            <ac:inkMk id="7" creationId="{148E42E1-3319-4D36-A7E4-3094BA557699}"/>
          </ac:inkMkLst>
        </pc:inkChg>
        <pc:inkChg chg="add">
          <ac:chgData name="Ahmed Eid" userId="b3dc3dea385d146a" providerId="LiveId" clId="{1DEF9D27-B1FA-4A4F-8A1C-E7A5D0D13333}" dt="2020-10-01T03:31:44.299" v="199"/>
          <ac:inkMkLst>
            <pc:docMk/>
            <pc:sldMk cId="2516138059" sldId="358"/>
            <ac:inkMk id="12" creationId="{A86B309D-D7ED-4F7E-B478-C3C7AA662763}"/>
          </ac:inkMkLst>
        </pc:inkChg>
      </pc:sldChg>
      <pc:sldChg chg="addSp modSp">
        <pc:chgData name="Ahmed Eid" userId="b3dc3dea385d146a" providerId="LiveId" clId="{1DEF9D27-B1FA-4A4F-8A1C-E7A5D0D13333}" dt="2020-10-01T03:44:21.347" v="207"/>
        <pc:sldMkLst>
          <pc:docMk/>
          <pc:sldMk cId="318527400" sldId="359"/>
        </pc:sldMkLst>
        <pc:picChg chg="add mod">
          <ac:chgData name="Ahmed Eid" userId="b3dc3dea385d146a" providerId="LiveId" clId="{1DEF9D27-B1FA-4A4F-8A1C-E7A5D0D13333}" dt="2020-10-01T03:44:21.347" v="207"/>
          <ac:picMkLst>
            <pc:docMk/>
            <pc:sldMk cId="318527400" sldId="359"/>
            <ac:picMk id="5" creationId="{FAB52861-5A9F-451A-8180-35246A9C5DCB}"/>
          </ac:picMkLst>
        </pc:picChg>
        <pc:inkChg chg="add">
          <ac:chgData name="Ahmed Eid" userId="b3dc3dea385d146a" providerId="LiveId" clId="{1DEF9D27-B1FA-4A4F-8A1C-E7A5D0D13333}" dt="2020-10-01T03:44:21.347" v="207"/>
          <ac:inkMkLst>
            <pc:docMk/>
            <pc:sldMk cId="318527400" sldId="359"/>
            <ac:inkMk id="3" creationId="{97CBF953-53C2-427C-BBF9-696EB7521193}"/>
          </ac:inkMkLst>
        </pc:inkChg>
      </pc:sldChg>
      <pc:sldChg chg="addSp delSp modSp modTransition modAnim">
        <pc:chgData name="Ahmed Eid" userId="b3dc3dea385d146a" providerId="LiveId" clId="{1DEF9D27-B1FA-4A4F-8A1C-E7A5D0D13333}" dt="2020-10-01T03:44:21.347" v="207"/>
        <pc:sldMkLst>
          <pc:docMk/>
          <pc:sldMk cId="1068858961" sldId="361"/>
        </pc:sldMkLst>
        <pc:picChg chg="add del mod">
          <ac:chgData name="Ahmed Eid" userId="b3dc3dea385d146a" providerId="LiveId" clId="{1DEF9D27-B1FA-4A4F-8A1C-E7A5D0D13333}" dt="2020-10-01T03:31:47.503" v="200"/>
          <ac:picMkLst>
            <pc:docMk/>
            <pc:sldMk cId="1068858961" sldId="361"/>
            <ac:picMk id="4" creationId="{23E77187-1BBF-4B95-A8E0-7F3E137547AE}"/>
          </ac:picMkLst>
        </pc:picChg>
        <pc:picChg chg="add del mod">
          <ac:chgData name="Ahmed Eid" userId="b3dc3dea385d146a" providerId="LiveId" clId="{1DEF9D27-B1FA-4A4F-8A1C-E7A5D0D13333}" dt="2020-10-01T03:34:50.428" v="202"/>
          <ac:picMkLst>
            <pc:docMk/>
            <pc:sldMk cId="1068858961" sldId="361"/>
            <ac:picMk id="7" creationId="{4120FC2A-8877-486B-AC00-5B0B93C20724}"/>
          </ac:picMkLst>
        </pc:picChg>
        <pc:picChg chg="add del mod">
          <ac:chgData name="Ahmed Eid" userId="b3dc3dea385d146a" providerId="LiveId" clId="{1DEF9D27-B1FA-4A4F-8A1C-E7A5D0D13333}" dt="2020-10-01T03:35:31.178" v="204"/>
          <ac:picMkLst>
            <pc:docMk/>
            <pc:sldMk cId="1068858961" sldId="361"/>
            <ac:picMk id="8" creationId="{8CD27365-F9F8-4E68-A352-B20849008A26}"/>
          </ac:picMkLst>
        </pc:picChg>
        <pc:picChg chg="add del mod">
          <ac:chgData name="Ahmed Eid" userId="b3dc3dea385d146a" providerId="LiveId" clId="{1DEF9D27-B1FA-4A4F-8A1C-E7A5D0D13333}" dt="2020-10-01T03:35:44.206" v="206"/>
          <ac:picMkLst>
            <pc:docMk/>
            <pc:sldMk cId="1068858961" sldId="361"/>
            <ac:picMk id="9" creationId="{64780D82-3D9A-4B39-BCFC-EE47237BE31C}"/>
          </ac:picMkLst>
        </pc:picChg>
        <pc:picChg chg="add mod">
          <ac:chgData name="Ahmed Eid" userId="b3dc3dea385d146a" providerId="LiveId" clId="{1DEF9D27-B1FA-4A4F-8A1C-E7A5D0D13333}" dt="2020-10-01T03:44:21.347" v="207"/>
          <ac:picMkLst>
            <pc:docMk/>
            <pc:sldMk cId="1068858961" sldId="361"/>
            <ac:picMk id="12" creationId="{0792B6DC-D82E-4A79-9335-CF9E708BA1BE}"/>
          </ac:picMkLst>
        </pc:picChg>
        <pc:inkChg chg="add del">
          <ac:chgData name="Ahmed Eid" userId="b3dc3dea385d146a" providerId="LiveId" clId="{1DEF9D27-B1FA-4A4F-8A1C-E7A5D0D13333}" dt="2020-10-01T03:31:47.503" v="200"/>
          <ac:inkMkLst>
            <pc:docMk/>
            <pc:sldMk cId="1068858961" sldId="361"/>
            <ac:inkMk id="3" creationId="{B2A746DD-9DB6-4A8B-B580-90C4929A4E38}"/>
          </ac:inkMkLst>
        </pc:inkChg>
        <pc:inkChg chg="add del">
          <ac:chgData name="Ahmed Eid" userId="b3dc3dea385d146a" providerId="LiveId" clId="{1DEF9D27-B1FA-4A4F-8A1C-E7A5D0D13333}" dt="2020-10-01T03:34:50.428" v="202"/>
          <ac:inkMkLst>
            <pc:docMk/>
            <pc:sldMk cId="1068858961" sldId="361"/>
            <ac:inkMk id="5" creationId="{C9AA3892-3ACF-4FFA-9533-23D5FAB6F101}"/>
          </ac:inkMkLst>
        </pc:inkChg>
        <pc:inkChg chg="add">
          <ac:chgData name="Ahmed Eid" userId="b3dc3dea385d146a" providerId="LiveId" clId="{1DEF9D27-B1FA-4A4F-8A1C-E7A5D0D13333}" dt="2020-10-01T03:44:21.347" v="207"/>
          <ac:inkMkLst>
            <pc:docMk/>
            <pc:sldMk cId="1068858961" sldId="361"/>
            <ac:inkMk id="11" creationId="{086AEB47-2864-4DCF-9CBD-2EE6606208F9}"/>
          </ac:inkMkLst>
        </pc:inkChg>
      </pc:sldChg>
      <pc:sldChg chg="addSp modSp">
        <pc:chgData name="Ahmed Eid" userId="b3dc3dea385d146a" providerId="LiveId" clId="{1DEF9D27-B1FA-4A4F-8A1C-E7A5D0D13333}" dt="2020-10-01T03:44:21.347" v="207"/>
        <pc:sldMkLst>
          <pc:docMk/>
          <pc:sldMk cId="504801043" sldId="362"/>
        </pc:sldMkLst>
        <pc:picChg chg="add mod">
          <ac:chgData name="Ahmed Eid" userId="b3dc3dea385d146a" providerId="LiveId" clId="{1DEF9D27-B1FA-4A4F-8A1C-E7A5D0D13333}" dt="2020-10-01T03:44:21.347" v="207"/>
          <ac:picMkLst>
            <pc:docMk/>
            <pc:sldMk cId="504801043" sldId="362"/>
            <ac:picMk id="5" creationId="{276B7314-3A97-4312-9F3D-01D5BD822BB9}"/>
          </ac:picMkLst>
        </pc:picChg>
        <pc:inkChg chg="add">
          <ac:chgData name="Ahmed Eid" userId="b3dc3dea385d146a" providerId="LiveId" clId="{1DEF9D27-B1FA-4A4F-8A1C-E7A5D0D13333}" dt="2020-10-01T03:44:21.347" v="207"/>
          <ac:inkMkLst>
            <pc:docMk/>
            <pc:sldMk cId="504801043" sldId="362"/>
            <ac:inkMk id="3" creationId="{462739B9-3866-4D0E-A056-83931FC4FBFB}"/>
          </ac:inkMkLst>
        </pc:inkChg>
      </pc:sldChg>
      <pc:sldChg chg="addSp delSp modSp ord modTransition modAnim">
        <pc:chgData name="Ahmed Eid" userId="b3dc3dea385d146a" providerId="LiveId" clId="{1DEF9D27-B1FA-4A4F-8A1C-E7A5D0D13333}" dt="2020-10-01T03:48:15.234" v="215"/>
        <pc:sldMkLst>
          <pc:docMk/>
          <pc:sldMk cId="3757672776" sldId="363"/>
        </pc:sldMkLst>
        <pc:picChg chg="add del mod">
          <ac:chgData name="Ahmed Eid" userId="b3dc3dea385d146a" providerId="LiveId" clId="{1DEF9D27-B1FA-4A4F-8A1C-E7A5D0D13333}" dt="2020-10-01T03:46:08.853" v="214"/>
          <ac:picMkLst>
            <pc:docMk/>
            <pc:sldMk cId="3757672776" sldId="363"/>
            <ac:picMk id="3" creationId="{DB5791EF-76E5-435B-A157-C4789A724DB1}"/>
          </ac:picMkLst>
        </pc:picChg>
        <pc:picChg chg="add mod">
          <ac:chgData name="Ahmed Eid" userId="b3dc3dea385d146a" providerId="LiveId" clId="{1DEF9D27-B1FA-4A4F-8A1C-E7A5D0D13333}" dt="2020-10-01T03:48:15.234" v="215"/>
          <ac:picMkLst>
            <pc:docMk/>
            <pc:sldMk cId="3757672776" sldId="363"/>
            <ac:picMk id="5" creationId="{DCF90676-4A66-4B43-8455-58FED543233F}"/>
          </ac:picMkLst>
        </pc:picChg>
        <pc:inkChg chg="add">
          <ac:chgData name="Ahmed Eid" userId="b3dc3dea385d146a" providerId="LiveId" clId="{1DEF9D27-B1FA-4A4F-8A1C-E7A5D0D13333}" dt="2020-10-01T03:48:15.234" v="215"/>
          <ac:inkMkLst>
            <pc:docMk/>
            <pc:sldMk cId="3757672776" sldId="363"/>
            <ac:inkMk id="4" creationId="{E5918D45-4B41-4216-B7AA-6C74432651D2}"/>
          </ac:inkMkLst>
        </pc:inkChg>
      </pc:sldChg>
      <pc:sldChg chg="addSp modSp">
        <pc:chgData name="Ahmed Eid" userId="b3dc3dea385d146a" providerId="LiveId" clId="{1DEF9D27-B1FA-4A4F-8A1C-E7A5D0D13333}" dt="2020-10-01T04:15:57.063" v="244"/>
        <pc:sldMkLst>
          <pc:docMk/>
          <pc:sldMk cId="2983698205" sldId="364"/>
        </pc:sldMkLst>
        <pc:picChg chg="add mod">
          <ac:chgData name="Ahmed Eid" userId="b3dc3dea385d146a" providerId="LiveId" clId="{1DEF9D27-B1FA-4A4F-8A1C-E7A5D0D13333}" dt="2020-10-01T04:15:57.063" v="244"/>
          <ac:picMkLst>
            <pc:docMk/>
            <pc:sldMk cId="2983698205" sldId="364"/>
            <ac:picMk id="5" creationId="{622FDE7E-EA69-433F-8CF7-D95AFD6F9614}"/>
          </ac:picMkLst>
        </pc:picChg>
        <pc:inkChg chg="add">
          <ac:chgData name="Ahmed Eid" userId="b3dc3dea385d146a" providerId="LiveId" clId="{1DEF9D27-B1FA-4A4F-8A1C-E7A5D0D13333}" dt="2020-10-01T04:15:57.063" v="244"/>
          <ac:inkMkLst>
            <pc:docMk/>
            <pc:sldMk cId="2983698205" sldId="364"/>
            <ac:inkMk id="4" creationId="{46DBB144-1996-4D4D-932A-A97CCBAB647E}"/>
          </ac:inkMkLst>
        </pc:inkChg>
      </pc:sldChg>
      <pc:sldChg chg="addSp delSp modSp mod modTransition modAnim">
        <pc:chgData name="Ahmed Eid" userId="b3dc3dea385d146a" providerId="LiveId" clId="{1DEF9D27-B1FA-4A4F-8A1C-E7A5D0D13333}" dt="2020-10-01T05:07:19.953" v="254" actId="20577"/>
        <pc:sldMkLst>
          <pc:docMk/>
          <pc:sldMk cId="3112952280" sldId="367"/>
        </pc:sldMkLst>
        <pc:spChg chg="mod">
          <ac:chgData name="Ahmed Eid" userId="b3dc3dea385d146a" providerId="LiveId" clId="{1DEF9D27-B1FA-4A4F-8A1C-E7A5D0D13333}" dt="2020-10-01T05:07:19.953" v="254" actId="20577"/>
          <ac:spMkLst>
            <pc:docMk/>
            <pc:sldMk cId="3112952280" sldId="367"/>
            <ac:spMk id="19" creationId="{F34BB5A2-F701-44DF-88C2-78C099C6CDE2}"/>
          </ac:spMkLst>
        </pc:spChg>
        <pc:picChg chg="add del mod">
          <ac:chgData name="Ahmed Eid" userId="b3dc3dea385d146a" providerId="LiveId" clId="{1DEF9D27-B1FA-4A4F-8A1C-E7A5D0D13333}" dt="2020-10-01T03:54:58.268" v="225"/>
          <ac:picMkLst>
            <pc:docMk/>
            <pc:sldMk cId="3112952280" sldId="367"/>
            <ac:picMk id="5" creationId="{A1549715-6457-437E-B8A7-69A44B1FD9FF}"/>
          </ac:picMkLst>
        </pc:picChg>
        <pc:picChg chg="add mod">
          <ac:chgData name="Ahmed Eid" userId="b3dc3dea385d146a" providerId="LiveId" clId="{1DEF9D27-B1FA-4A4F-8A1C-E7A5D0D13333}" dt="2020-10-01T03:55:46.929" v="226"/>
          <ac:picMkLst>
            <pc:docMk/>
            <pc:sldMk cId="3112952280" sldId="367"/>
            <ac:picMk id="8" creationId="{AAE36ED4-12CF-420F-AD75-74F7A992C32A}"/>
          </ac:picMkLst>
        </pc:picChg>
        <pc:inkChg chg="add del">
          <ac:chgData name="Ahmed Eid" userId="b3dc3dea385d146a" providerId="LiveId" clId="{1DEF9D27-B1FA-4A4F-8A1C-E7A5D0D13333}" dt="2020-10-01T03:54:58.268" v="225"/>
          <ac:inkMkLst>
            <pc:docMk/>
            <pc:sldMk cId="3112952280" sldId="367"/>
            <ac:inkMk id="3" creationId="{3A8CE13B-E02A-46D5-A570-D86D531C478E}"/>
          </ac:inkMkLst>
        </pc:inkChg>
        <pc:inkChg chg="add">
          <ac:chgData name="Ahmed Eid" userId="b3dc3dea385d146a" providerId="LiveId" clId="{1DEF9D27-B1FA-4A4F-8A1C-E7A5D0D13333}" dt="2020-10-01T03:55:46.929" v="226"/>
          <ac:inkMkLst>
            <pc:docMk/>
            <pc:sldMk cId="3112952280" sldId="367"/>
            <ac:inkMk id="7" creationId="{F5AD8E5E-6D5E-453E-89B3-7044606C7E33}"/>
          </ac:inkMkLst>
        </pc:inkChg>
      </pc:sldChg>
      <pc:sldChg chg="addSp delSp modSp modTransition modAnim">
        <pc:chgData name="Ahmed Eid" userId="b3dc3dea385d146a" providerId="LiveId" clId="{1DEF9D27-B1FA-4A4F-8A1C-E7A5D0D13333}" dt="2020-10-01T03:59:58.646" v="230"/>
        <pc:sldMkLst>
          <pc:docMk/>
          <pc:sldMk cId="3165210040" sldId="368"/>
        </pc:sldMkLst>
        <pc:picChg chg="add del mod">
          <ac:chgData name="Ahmed Eid" userId="b3dc3dea385d146a" providerId="LiveId" clId="{1DEF9D27-B1FA-4A4F-8A1C-E7A5D0D13333}" dt="2020-10-01T03:55:50.043" v="227"/>
          <ac:picMkLst>
            <pc:docMk/>
            <pc:sldMk cId="3165210040" sldId="368"/>
            <ac:picMk id="4" creationId="{AF6882AB-A25C-4AD9-96C0-1C93BC8C5094}"/>
          </ac:picMkLst>
        </pc:picChg>
        <pc:picChg chg="add del mod">
          <ac:chgData name="Ahmed Eid" userId="b3dc3dea385d146a" providerId="LiveId" clId="{1DEF9D27-B1FA-4A4F-8A1C-E7A5D0D13333}" dt="2020-10-01T03:56:07.656" v="229"/>
          <ac:picMkLst>
            <pc:docMk/>
            <pc:sldMk cId="3165210040" sldId="368"/>
            <ac:picMk id="5" creationId="{B9FCC990-F178-49C5-89F5-16DCAD044FE0}"/>
          </ac:picMkLst>
        </pc:picChg>
        <pc:picChg chg="add mod">
          <ac:chgData name="Ahmed Eid" userId="b3dc3dea385d146a" providerId="LiveId" clId="{1DEF9D27-B1FA-4A4F-8A1C-E7A5D0D13333}" dt="2020-10-01T03:59:58.646" v="230"/>
          <ac:picMkLst>
            <pc:docMk/>
            <pc:sldMk cId="3165210040" sldId="368"/>
            <ac:picMk id="8" creationId="{A5025ADA-57A9-405E-8BA4-DA3AFC96B7BC}"/>
          </ac:picMkLst>
        </pc:picChg>
        <pc:inkChg chg="add del">
          <ac:chgData name="Ahmed Eid" userId="b3dc3dea385d146a" providerId="LiveId" clId="{1DEF9D27-B1FA-4A4F-8A1C-E7A5D0D13333}" dt="2020-10-01T03:55:50.043" v="227"/>
          <ac:inkMkLst>
            <pc:docMk/>
            <pc:sldMk cId="3165210040" sldId="368"/>
            <ac:inkMk id="3" creationId="{14FFF147-9FC1-42E6-9B9E-35AD6BAF3C16}"/>
          </ac:inkMkLst>
        </pc:inkChg>
        <pc:inkChg chg="add">
          <ac:chgData name="Ahmed Eid" userId="b3dc3dea385d146a" providerId="LiveId" clId="{1DEF9D27-B1FA-4A4F-8A1C-E7A5D0D13333}" dt="2020-10-01T03:59:58.646" v="230"/>
          <ac:inkMkLst>
            <pc:docMk/>
            <pc:sldMk cId="3165210040" sldId="368"/>
            <ac:inkMk id="7" creationId="{19F7FF2C-33F3-41EC-99E0-A72F7D80BDE8}"/>
          </ac:inkMkLst>
        </pc:inkChg>
      </pc:sldChg>
      <pc:sldChg chg="addSp delSp modSp modTransition modAnim">
        <pc:chgData name="Ahmed Eid" userId="b3dc3dea385d146a" providerId="LiveId" clId="{1DEF9D27-B1FA-4A4F-8A1C-E7A5D0D13333}" dt="2020-10-01T04:10:27.594" v="242"/>
        <pc:sldMkLst>
          <pc:docMk/>
          <pc:sldMk cId="783989874" sldId="369"/>
        </pc:sldMkLst>
        <pc:picChg chg="add del mod">
          <ac:chgData name="Ahmed Eid" userId="b3dc3dea385d146a" providerId="LiveId" clId="{1DEF9D27-B1FA-4A4F-8A1C-E7A5D0D13333}" dt="2020-10-01T04:00:04.609" v="231"/>
          <ac:picMkLst>
            <pc:docMk/>
            <pc:sldMk cId="783989874" sldId="369"/>
            <ac:picMk id="5" creationId="{4CD2EFE0-11AD-4E10-8A75-DE64946543DD}"/>
          </ac:picMkLst>
        </pc:picChg>
        <pc:picChg chg="add del mod">
          <ac:chgData name="Ahmed Eid" userId="b3dc3dea385d146a" providerId="LiveId" clId="{1DEF9D27-B1FA-4A4F-8A1C-E7A5D0D13333}" dt="2020-10-01T04:00:19.671" v="233"/>
          <ac:picMkLst>
            <pc:docMk/>
            <pc:sldMk cId="783989874" sldId="369"/>
            <ac:picMk id="7" creationId="{D799A4E0-3C77-49C3-A2C0-0D3A610E5E8E}"/>
          </ac:picMkLst>
        </pc:picChg>
        <pc:picChg chg="add del mod">
          <ac:chgData name="Ahmed Eid" userId="b3dc3dea385d146a" providerId="LiveId" clId="{1DEF9D27-B1FA-4A4F-8A1C-E7A5D0D13333}" dt="2020-10-01T04:02:06.203" v="235"/>
          <ac:picMkLst>
            <pc:docMk/>
            <pc:sldMk cId="783989874" sldId="369"/>
            <ac:picMk id="11" creationId="{AB0E9F96-52DA-4F74-B0FD-9A0AC4447439}"/>
          </ac:picMkLst>
        </pc:picChg>
        <pc:picChg chg="add del mod">
          <ac:chgData name="Ahmed Eid" userId="b3dc3dea385d146a" providerId="LiveId" clId="{1DEF9D27-B1FA-4A4F-8A1C-E7A5D0D13333}" dt="2020-10-01T04:03:36.812" v="237"/>
          <ac:picMkLst>
            <pc:docMk/>
            <pc:sldMk cId="783989874" sldId="369"/>
            <ac:picMk id="15" creationId="{5DCA7C33-8113-4DA2-B4AB-88809682233B}"/>
          </ac:picMkLst>
        </pc:picChg>
        <pc:picChg chg="add del mod">
          <ac:chgData name="Ahmed Eid" userId="b3dc3dea385d146a" providerId="LiveId" clId="{1DEF9D27-B1FA-4A4F-8A1C-E7A5D0D13333}" dt="2020-10-01T04:04:14.105" v="239"/>
          <ac:picMkLst>
            <pc:docMk/>
            <pc:sldMk cId="783989874" sldId="369"/>
            <ac:picMk id="18" creationId="{FD6B6279-9B8C-4BEE-AC27-F7B61EE5D327}"/>
          </ac:picMkLst>
        </pc:picChg>
        <pc:picChg chg="add del mod">
          <ac:chgData name="Ahmed Eid" userId="b3dc3dea385d146a" providerId="LiveId" clId="{1DEF9D27-B1FA-4A4F-8A1C-E7A5D0D13333}" dt="2020-10-01T04:07:19.057" v="241"/>
          <ac:picMkLst>
            <pc:docMk/>
            <pc:sldMk cId="783989874" sldId="369"/>
            <ac:picMk id="21" creationId="{4710605D-DB79-466A-94F1-2F4C2954142A}"/>
          </ac:picMkLst>
        </pc:picChg>
        <pc:picChg chg="add mod">
          <ac:chgData name="Ahmed Eid" userId="b3dc3dea385d146a" providerId="LiveId" clId="{1DEF9D27-B1FA-4A4F-8A1C-E7A5D0D13333}" dt="2020-10-01T04:10:27.594" v="242"/>
          <ac:picMkLst>
            <pc:docMk/>
            <pc:sldMk cId="783989874" sldId="369"/>
            <ac:picMk id="24" creationId="{9F8DB379-5255-4643-821F-9949FD2389C3}"/>
          </ac:picMkLst>
        </pc:picChg>
        <pc:inkChg chg="add del">
          <ac:chgData name="Ahmed Eid" userId="b3dc3dea385d146a" providerId="LiveId" clId="{1DEF9D27-B1FA-4A4F-8A1C-E7A5D0D13333}" dt="2020-10-01T04:00:04.609" v="231"/>
          <ac:inkMkLst>
            <pc:docMk/>
            <pc:sldMk cId="783989874" sldId="369"/>
            <ac:inkMk id="3" creationId="{6F697F88-B665-4C41-B4F2-0451DA1E733A}"/>
          </ac:inkMkLst>
        </pc:inkChg>
        <pc:inkChg chg="add del">
          <ac:chgData name="Ahmed Eid" userId="b3dc3dea385d146a" providerId="LiveId" clId="{1DEF9D27-B1FA-4A4F-8A1C-E7A5D0D13333}" dt="2020-10-01T04:02:06.203" v="235"/>
          <ac:inkMkLst>
            <pc:docMk/>
            <pc:sldMk cId="783989874" sldId="369"/>
            <ac:inkMk id="9" creationId="{9DBDAD31-E381-4728-8C74-941806E31257}"/>
          </ac:inkMkLst>
        </pc:inkChg>
        <pc:inkChg chg="add del">
          <ac:chgData name="Ahmed Eid" userId="b3dc3dea385d146a" providerId="LiveId" clId="{1DEF9D27-B1FA-4A4F-8A1C-E7A5D0D13333}" dt="2020-10-01T04:03:36.812" v="237"/>
          <ac:inkMkLst>
            <pc:docMk/>
            <pc:sldMk cId="783989874" sldId="369"/>
            <ac:inkMk id="13" creationId="{6405B40B-0E2D-4407-8091-12273AF46689}"/>
          </ac:inkMkLst>
        </pc:inkChg>
        <pc:inkChg chg="add del">
          <ac:chgData name="Ahmed Eid" userId="b3dc3dea385d146a" providerId="LiveId" clId="{1DEF9D27-B1FA-4A4F-8A1C-E7A5D0D13333}" dt="2020-10-01T04:04:14.105" v="239"/>
          <ac:inkMkLst>
            <pc:docMk/>
            <pc:sldMk cId="783989874" sldId="369"/>
            <ac:inkMk id="16" creationId="{9EB0E291-3DCD-4B37-A055-5592CAD6EDA0}"/>
          </ac:inkMkLst>
        </pc:inkChg>
        <pc:inkChg chg="add del">
          <ac:chgData name="Ahmed Eid" userId="b3dc3dea385d146a" providerId="LiveId" clId="{1DEF9D27-B1FA-4A4F-8A1C-E7A5D0D13333}" dt="2020-10-01T04:07:19.057" v="241"/>
          <ac:inkMkLst>
            <pc:docMk/>
            <pc:sldMk cId="783989874" sldId="369"/>
            <ac:inkMk id="19" creationId="{ED94F065-06AD-4ED8-B31D-D973BDBA2EE6}"/>
          </ac:inkMkLst>
        </pc:inkChg>
        <pc:inkChg chg="add">
          <ac:chgData name="Ahmed Eid" userId="b3dc3dea385d146a" providerId="LiveId" clId="{1DEF9D27-B1FA-4A4F-8A1C-E7A5D0D13333}" dt="2020-10-01T04:10:27.594" v="242"/>
          <ac:inkMkLst>
            <pc:docMk/>
            <pc:sldMk cId="783989874" sldId="369"/>
            <ac:inkMk id="22" creationId="{0394ED51-0C68-43D5-B132-E166D59BA759}"/>
          </ac:inkMkLst>
        </pc:inkChg>
      </pc:sldChg>
      <pc:sldChg chg="addSp delSp modSp modTransition modAnim">
        <pc:chgData name="Ahmed Eid" userId="b3dc3dea385d146a" providerId="LiveId" clId="{1DEF9D27-B1FA-4A4F-8A1C-E7A5D0D13333}" dt="2020-10-01T04:15:57.063" v="244"/>
        <pc:sldMkLst>
          <pc:docMk/>
          <pc:sldMk cId="1085700164" sldId="370"/>
        </pc:sldMkLst>
        <pc:picChg chg="add del mod">
          <ac:chgData name="Ahmed Eid" userId="b3dc3dea385d146a" providerId="LiveId" clId="{1DEF9D27-B1FA-4A4F-8A1C-E7A5D0D13333}" dt="2020-10-01T04:10:30.274" v="243"/>
          <ac:picMkLst>
            <pc:docMk/>
            <pc:sldMk cId="1085700164" sldId="370"/>
            <ac:picMk id="6" creationId="{25880130-F902-46D0-8899-9231A2C60301}"/>
          </ac:picMkLst>
        </pc:picChg>
        <pc:picChg chg="add mod">
          <ac:chgData name="Ahmed Eid" userId="b3dc3dea385d146a" providerId="LiveId" clId="{1DEF9D27-B1FA-4A4F-8A1C-E7A5D0D13333}" dt="2020-10-01T04:15:57.063" v="244"/>
          <ac:picMkLst>
            <pc:docMk/>
            <pc:sldMk cId="1085700164" sldId="370"/>
            <ac:picMk id="8" creationId="{A12CC584-B36F-4FCC-A5EF-8ACD5EE3E9A9}"/>
          </ac:picMkLst>
        </pc:picChg>
        <pc:inkChg chg="add del">
          <ac:chgData name="Ahmed Eid" userId="b3dc3dea385d146a" providerId="LiveId" clId="{1DEF9D27-B1FA-4A4F-8A1C-E7A5D0D13333}" dt="2020-10-01T04:10:30.274" v="243"/>
          <ac:inkMkLst>
            <pc:docMk/>
            <pc:sldMk cId="1085700164" sldId="370"/>
            <ac:inkMk id="3" creationId="{7AF928DC-8410-46C7-88E5-895CC0312485}"/>
          </ac:inkMkLst>
        </pc:inkChg>
        <pc:inkChg chg="add">
          <ac:chgData name="Ahmed Eid" userId="b3dc3dea385d146a" providerId="LiveId" clId="{1DEF9D27-B1FA-4A4F-8A1C-E7A5D0D13333}" dt="2020-10-01T04:15:57.063" v="244"/>
          <ac:inkMkLst>
            <pc:docMk/>
            <pc:sldMk cId="1085700164" sldId="370"/>
            <ac:inkMk id="7" creationId="{1C4B6288-B046-4FD1-B880-FA23ACEA6A12}"/>
          </ac:inkMkLst>
        </pc:inkChg>
      </pc:sldChg>
      <pc:sldChg chg="addSp delSp modSp modTransition modAnim">
        <pc:chgData name="Ahmed Eid" userId="b3dc3dea385d146a" providerId="LiveId" clId="{1DEF9D27-B1FA-4A4F-8A1C-E7A5D0D13333}" dt="2020-10-01T04:18:50.418" v="246"/>
        <pc:sldMkLst>
          <pc:docMk/>
          <pc:sldMk cId="4135037235" sldId="371"/>
        </pc:sldMkLst>
        <pc:picChg chg="add del mod">
          <ac:chgData name="Ahmed Eid" userId="b3dc3dea385d146a" providerId="LiveId" clId="{1DEF9D27-B1FA-4A4F-8A1C-E7A5D0D13333}" dt="2020-10-01T04:15:59.051" v="245"/>
          <ac:picMkLst>
            <pc:docMk/>
            <pc:sldMk cId="4135037235" sldId="371"/>
            <ac:picMk id="4" creationId="{B62DFEC4-6472-41E0-9712-ECB166CE84BD}"/>
          </ac:picMkLst>
        </pc:picChg>
        <pc:picChg chg="add mod">
          <ac:chgData name="Ahmed Eid" userId="b3dc3dea385d146a" providerId="LiveId" clId="{1DEF9D27-B1FA-4A4F-8A1C-E7A5D0D13333}" dt="2020-10-01T04:18:50.418" v="246"/>
          <ac:picMkLst>
            <pc:docMk/>
            <pc:sldMk cId="4135037235" sldId="371"/>
            <ac:picMk id="7" creationId="{3DBC01D8-A6F0-4B15-8F11-CF58C09254F0}"/>
          </ac:picMkLst>
        </pc:picChg>
        <pc:inkChg chg="add del">
          <ac:chgData name="Ahmed Eid" userId="b3dc3dea385d146a" providerId="LiveId" clId="{1DEF9D27-B1FA-4A4F-8A1C-E7A5D0D13333}" dt="2020-10-01T04:15:59.051" v="245"/>
          <ac:inkMkLst>
            <pc:docMk/>
            <pc:sldMk cId="4135037235" sldId="371"/>
            <ac:inkMk id="3" creationId="{6ACBA290-4D7E-4690-9301-473B60D911F4}"/>
          </ac:inkMkLst>
        </pc:inkChg>
        <pc:inkChg chg="add">
          <ac:chgData name="Ahmed Eid" userId="b3dc3dea385d146a" providerId="LiveId" clId="{1DEF9D27-B1FA-4A4F-8A1C-E7A5D0D13333}" dt="2020-10-01T04:18:50.418" v="246"/>
          <ac:inkMkLst>
            <pc:docMk/>
            <pc:sldMk cId="4135037235" sldId="371"/>
            <ac:inkMk id="5" creationId="{4CBFE909-0007-4103-B3BD-1A8C2AAF143F}"/>
          </ac:inkMkLst>
        </pc:inkChg>
      </pc:sldChg>
      <pc:sldChg chg="addSp delSp modSp modTransition modAnim">
        <pc:chgData name="Ahmed Eid" userId="b3dc3dea385d146a" providerId="LiveId" clId="{1DEF9D27-B1FA-4A4F-8A1C-E7A5D0D13333}" dt="2020-10-01T04:19:55.801" v="248"/>
        <pc:sldMkLst>
          <pc:docMk/>
          <pc:sldMk cId="2900222880" sldId="372"/>
        </pc:sldMkLst>
        <pc:picChg chg="add del mod">
          <ac:chgData name="Ahmed Eid" userId="b3dc3dea385d146a" providerId="LiveId" clId="{1DEF9D27-B1FA-4A4F-8A1C-E7A5D0D13333}" dt="2020-10-01T04:18:52.242" v="247"/>
          <ac:picMkLst>
            <pc:docMk/>
            <pc:sldMk cId="2900222880" sldId="372"/>
            <ac:picMk id="4" creationId="{0A509FCA-8943-4E93-BE8C-58BDA5351C74}"/>
          </ac:picMkLst>
        </pc:picChg>
        <pc:picChg chg="add mod">
          <ac:chgData name="Ahmed Eid" userId="b3dc3dea385d146a" providerId="LiveId" clId="{1DEF9D27-B1FA-4A4F-8A1C-E7A5D0D13333}" dt="2020-10-01T04:19:55.801" v="248"/>
          <ac:picMkLst>
            <pc:docMk/>
            <pc:sldMk cId="2900222880" sldId="372"/>
            <ac:picMk id="7" creationId="{F023E564-8634-4AEE-8EAF-789F0925D983}"/>
          </ac:picMkLst>
        </pc:picChg>
        <pc:inkChg chg="add del">
          <ac:chgData name="Ahmed Eid" userId="b3dc3dea385d146a" providerId="LiveId" clId="{1DEF9D27-B1FA-4A4F-8A1C-E7A5D0D13333}" dt="2020-10-01T04:18:52.242" v="247"/>
          <ac:inkMkLst>
            <pc:docMk/>
            <pc:sldMk cId="2900222880" sldId="372"/>
            <ac:inkMk id="3" creationId="{536BF359-494F-467D-9C57-BCCFCA7FBAB1}"/>
          </ac:inkMkLst>
        </pc:inkChg>
        <pc:inkChg chg="add">
          <ac:chgData name="Ahmed Eid" userId="b3dc3dea385d146a" providerId="LiveId" clId="{1DEF9D27-B1FA-4A4F-8A1C-E7A5D0D13333}" dt="2020-10-01T04:19:55.801" v="248"/>
          <ac:inkMkLst>
            <pc:docMk/>
            <pc:sldMk cId="2900222880" sldId="372"/>
            <ac:inkMk id="5" creationId="{5B7B84EE-C92C-4ADB-A4DC-B8A3999A220B}"/>
          </ac:inkMkLst>
        </pc:inkChg>
      </pc:sldChg>
      <pc:sldChg chg="addSp delSp modSp modTransition modAnim">
        <pc:chgData name="Ahmed Eid" userId="b3dc3dea385d146a" providerId="LiveId" clId="{1DEF9D27-B1FA-4A4F-8A1C-E7A5D0D13333}" dt="2020-10-01T04:22:15.983" v="250"/>
        <pc:sldMkLst>
          <pc:docMk/>
          <pc:sldMk cId="485357351" sldId="373"/>
        </pc:sldMkLst>
        <pc:picChg chg="add del mod">
          <ac:chgData name="Ahmed Eid" userId="b3dc3dea385d146a" providerId="LiveId" clId="{1DEF9D27-B1FA-4A4F-8A1C-E7A5D0D13333}" dt="2020-10-01T04:19:58.469" v="249"/>
          <ac:picMkLst>
            <pc:docMk/>
            <pc:sldMk cId="485357351" sldId="373"/>
            <ac:picMk id="4" creationId="{C13E3A9B-0A4D-45C4-BC7F-D1872F22C347}"/>
          </ac:picMkLst>
        </pc:picChg>
        <pc:picChg chg="add mod">
          <ac:chgData name="Ahmed Eid" userId="b3dc3dea385d146a" providerId="LiveId" clId="{1DEF9D27-B1FA-4A4F-8A1C-E7A5D0D13333}" dt="2020-10-01T04:22:15.983" v="250"/>
          <ac:picMkLst>
            <pc:docMk/>
            <pc:sldMk cId="485357351" sldId="373"/>
            <ac:picMk id="8" creationId="{9D7028A8-0D51-43A9-87B1-ECEBCF0A504E}"/>
          </ac:picMkLst>
        </pc:picChg>
        <pc:inkChg chg="add del">
          <ac:chgData name="Ahmed Eid" userId="b3dc3dea385d146a" providerId="LiveId" clId="{1DEF9D27-B1FA-4A4F-8A1C-E7A5D0D13333}" dt="2020-10-01T04:19:58.469" v="249"/>
          <ac:inkMkLst>
            <pc:docMk/>
            <pc:sldMk cId="485357351" sldId="373"/>
            <ac:inkMk id="3" creationId="{4E3A0BA2-1794-40C2-A821-1868B864B69E}"/>
          </ac:inkMkLst>
        </pc:inkChg>
        <pc:inkChg chg="add">
          <ac:chgData name="Ahmed Eid" userId="b3dc3dea385d146a" providerId="LiveId" clId="{1DEF9D27-B1FA-4A4F-8A1C-E7A5D0D13333}" dt="2020-10-01T04:22:15.983" v="250"/>
          <ac:inkMkLst>
            <pc:docMk/>
            <pc:sldMk cId="485357351" sldId="373"/>
            <ac:inkMk id="7" creationId="{6639000A-834D-4068-B657-4CE2B42DCB8C}"/>
          </ac:inkMkLst>
        </pc:inkChg>
      </pc:sldChg>
      <pc:sldChg chg="addSp delSp modSp modTransition modAnim">
        <pc:chgData name="Ahmed Eid" userId="b3dc3dea385d146a" providerId="LiveId" clId="{1DEF9D27-B1FA-4A4F-8A1C-E7A5D0D13333}" dt="2020-10-01T03:54:52.636" v="224"/>
        <pc:sldMkLst>
          <pc:docMk/>
          <pc:sldMk cId="3199320795" sldId="374"/>
        </pc:sldMkLst>
        <pc:picChg chg="add del mod">
          <ac:chgData name="Ahmed Eid" userId="b3dc3dea385d146a" providerId="LiveId" clId="{1DEF9D27-B1FA-4A4F-8A1C-E7A5D0D13333}" dt="2020-10-01T03:49:32.957" v="217"/>
          <ac:picMkLst>
            <pc:docMk/>
            <pc:sldMk cId="3199320795" sldId="374"/>
            <ac:picMk id="5" creationId="{417874BB-381E-4A0C-8F7D-F8D545CC749E}"/>
          </ac:picMkLst>
        </pc:picChg>
        <pc:picChg chg="add del mod">
          <ac:chgData name="Ahmed Eid" userId="b3dc3dea385d146a" providerId="LiveId" clId="{1DEF9D27-B1FA-4A4F-8A1C-E7A5D0D13333}" dt="2020-10-01T03:50:02.602" v="219"/>
          <ac:picMkLst>
            <pc:docMk/>
            <pc:sldMk cId="3199320795" sldId="374"/>
            <ac:picMk id="6" creationId="{A8F8973A-6A08-4842-97DE-6945AD2ADFA9}"/>
          </ac:picMkLst>
        </pc:picChg>
        <pc:picChg chg="add del mod">
          <ac:chgData name="Ahmed Eid" userId="b3dc3dea385d146a" providerId="LiveId" clId="{1DEF9D27-B1FA-4A4F-8A1C-E7A5D0D13333}" dt="2020-10-01T03:50:41.094" v="221"/>
          <ac:picMkLst>
            <pc:docMk/>
            <pc:sldMk cId="3199320795" sldId="374"/>
            <ac:picMk id="8" creationId="{AD0520E9-710F-41C0-9EDE-3AC2743561D2}"/>
          </ac:picMkLst>
        </pc:picChg>
        <pc:picChg chg="add del mod">
          <ac:chgData name="Ahmed Eid" userId="b3dc3dea385d146a" providerId="LiveId" clId="{1DEF9D27-B1FA-4A4F-8A1C-E7A5D0D13333}" dt="2020-10-01T03:51:32.099" v="223"/>
          <ac:picMkLst>
            <pc:docMk/>
            <pc:sldMk cId="3199320795" sldId="374"/>
            <ac:picMk id="11" creationId="{8EC23296-8DA2-4BBB-83E2-A6C8C377E218}"/>
          </ac:picMkLst>
        </pc:picChg>
        <pc:picChg chg="add mod">
          <ac:chgData name="Ahmed Eid" userId="b3dc3dea385d146a" providerId="LiveId" clId="{1DEF9D27-B1FA-4A4F-8A1C-E7A5D0D13333}" dt="2020-10-01T03:54:52.636" v="224"/>
          <ac:picMkLst>
            <pc:docMk/>
            <pc:sldMk cId="3199320795" sldId="374"/>
            <ac:picMk id="13" creationId="{93CED7F4-E64F-4A07-BE60-3C9EA944CD95}"/>
          </ac:picMkLst>
        </pc:picChg>
        <pc:inkChg chg="add del">
          <ac:chgData name="Ahmed Eid" userId="b3dc3dea385d146a" providerId="LiveId" clId="{1DEF9D27-B1FA-4A4F-8A1C-E7A5D0D13333}" dt="2020-10-01T03:49:32.957" v="217"/>
          <ac:inkMkLst>
            <pc:docMk/>
            <pc:sldMk cId="3199320795" sldId="374"/>
            <ac:inkMk id="4" creationId="{228DF7A0-CF25-4439-A322-7C6EEF080DCD}"/>
          </ac:inkMkLst>
        </pc:inkChg>
        <pc:inkChg chg="add del">
          <ac:chgData name="Ahmed Eid" userId="b3dc3dea385d146a" providerId="LiveId" clId="{1DEF9D27-B1FA-4A4F-8A1C-E7A5D0D13333}" dt="2020-10-01T03:50:41.094" v="221"/>
          <ac:inkMkLst>
            <pc:docMk/>
            <pc:sldMk cId="3199320795" sldId="374"/>
            <ac:inkMk id="7" creationId="{8B3AE556-AF6C-4397-A4E3-A226DEC5B22A}"/>
          </ac:inkMkLst>
        </pc:inkChg>
        <pc:inkChg chg="add del">
          <ac:chgData name="Ahmed Eid" userId="b3dc3dea385d146a" providerId="LiveId" clId="{1DEF9D27-B1FA-4A4F-8A1C-E7A5D0D13333}" dt="2020-10-01T03:51:32.099" v="223"/>
          <ac:inkMkLst>
            <pc:docMk/>
            <pc:sldMk cId="3199320795" sldId="374"/>
            <ac:inkMk id="9" creationId="{164C85E6-075B-427C-8CF0-EE0D416F7C3E}"/>
          </ac:inkMkLst>
        </pc:inkChg>
        <pc:inkChg chg="add">
          <ac:chgData name="Ahmed Eid" userId="b3dc3dea385d146a" providerId="LiveId" clId="{1DEF9D27-B1FA-4A4F-8A1C-E7A5D0D13333}" dt="2020-10-01T03:54:52.636" v="224"/>
          <ac:inkMkLst>
            <pc:docMk/>
            <pc:sldMk cId="3199320795" sldId="374"/>
            <ac:inkMk id="12" creationId="{50767EDA-724D-4BBD-98B3-46C69DEC95C7}"/>
          </ac:inkMkLst>
        </pc:inkChg>
      </pc:sldChg>
      <pc:sldChg chg="addSp modSp mod">
        <pc:chgData name="Ahmed Eid" userId="b3dc3dea385d146a" providerId="LiveId" clId="{1DEF9D27-B1FA-4A4F-8A1C-E7A5D0D13333}" dt="2020-10-01T02:18:48.682" v="151"/>
        <pc:sldMkLst>
          <pc:docMk/>
          <pc:sldMk cId="3908576238" sldId="375"/>
        </pc:sldMkLst>
        <pc:spChg chg="mod">
          <ac:chgData name="Ahmed Eid" userId="b3dc3dea385d146a" providerId="LiveId" clId="{1DEF9D27-B1FA-4A4F-8A1C-E7A5D0D13333}" dt="2020-10-01T01:32:27.404" v="134" actId="20577"/>
          <ac:spMkLst>
            <pc:docMk/>
            <pc:sldMk cId="3908576238" sldId="375"/>
            <ac:spMk id="3" creationId="{9F1C8C33-F717-46B3-8219-5D00BE438C93}"/>
          </ac:spMkLst>
        </pc:spChg>
        <pc:picChg chg="add mod">
          <ac:chgData name="Ahmed Eid" userId="b3dc3dea385d146a" providerId="LiveId" clId="{1DEF9D27-B1FA-4A4F-8A1C-E7A5D0D13333}" dt="2020-10-01T02:18:48.682" v="151"/>
          <ac:picMkLst>
            <pc:docMk/>
            <pc:sldMk cId="3908576238" sldId="375"/>
            <ac:picMk id="5" creationId="{A64529BA-799F-435C-8972-8B9D0007862B}"/>
          </ac:picMkLst>
        </pc:picChg>
        <pc:inkChg chg="add">
          <ac:chgData name="Ahmed Eid" userId="b3dc3dea385d146a" providerId="LiveId" clId="{1DEF9D27-B1FA-4A4F-8A1C-E7A5D0D13333}" dt="2020-10-01T02:18:48.682" v="151"/>
          <ac:inkMkLst>
            <pc:docMk/>
            <pc:sldMk cId="3908576238" sldId="375"/>
            <ac:inkMk id="4" creationId="{C4E85349-2D94-4089-895E-571A17DF7F8C}"/>
          </ac:inkMkLst>
        </pc:inkChg>
      </pc:sldChg>
      <pc:sldChg chg="addSp modSp">
        <pc:chgData name="Ahmed Eid" userId="b3dc3dea385d146a" providerId="LiveId" clId="{1DEF9D27-B1FA-4A4F-8A1C-E7A5D0D13333}" dt="2020-10-01T03:31:44.299" v="199"/>
        <pc:sldMkLst>
          <pc:docMk/>
          <pc:sldMk cId="4139516433" sldId="376"/>
        </pc:sldMkLst>
        <pc:picChg chg="add mod">
          <ac:chgData name="Ahmed Eid" userId="b3dc3dea385d146a" providerId="LiveId" clId="{1DEF9D27-B1FA-4A4F-8A1C-E7A5D0D13333}" dt="2020-10-01T03:31:44.299" v="199"/>
          <ac:picMkLst>
            <pc:docMk/>
            <pc:sldMk cId="4139516433" sldId="376"/>
            <ac:picMk id="5" creationId="{B10234F6-751B-46C1-8148-B9C00B7B2560}"/>
          </ac:picMkLst>
        </pc:picChg>
        <pc:inkChg chg="add">
          <ac:chgData name="Ahmed Eid" userId="b3dc3dea385d146a" providerId="LiveId" clId="{1DEF9D27-B1FA-4A4F-8A1C-E7A5D0D13333}" dt="2020-10-01T03:31:44.299" v="199"/>
          <ac:inkMkLst>
            <pc:docMk/>
            <pc:sldMk cId="4139516433" sldId="376"/>
            <ac:inkMk id="4" creationId="{A8BF84B2-A421-4A6F-8A29-2AF89DBA0C7B}"/>
          </ac:inkMkLst>
        </pc:inkChg>
      </pc:sldChg>
      <pc:sldChg chg="addSp modSp">
        <pc:chgData name="Ahmed Eid" userId="b3dc3dea385d146a" providerId="LiveId" clId="{1DEF9D27-B1FA-4A4F-8A1C-E7A5D0D13333}" dt="2020-10-01T02:18:48.682" v="151"/>
        <pc:sldMkLst>
          <pc:docMk/>
          <pc:sldMk cId="811670840" sldId="377"/>
        </pc:sldMkLst>
        <pc:picChg chg="add mod">
          <ac:chgData name="Ahmed Eid" userId="b3dc3dea385d146a" providerId="LiveId" clId="{1DEF9D27-B1FA-4A4F-8A1C-E7A5D0D13333}" dt="2020-10-01T02:18:48.682" v="151"/>
          <ac:picMkLst>
            <pc:docMk/>
            <pc:sldMk cId="811670840" sldId="377"/>
            <ac:picMk id="3" creationId="{932014F3-E734-4BBB-B00A-0EE551B2D937}"/>
          </ac:picMkLst>
        </pc:picChg>
      </pc:sldChg>
      <pc:sldChg chg="addSp modSp">
        <pc:chgData name="Ahmed Eid" userId="b3dc3dea385d146a" providerId="LiveId" clId="{1DEF9D27-B1FA-4A4F-8A1C-E7A5D0D13333}" dt="2020-10-01T03:31:44.299" v="199"/>
        <pc:sldMkLst>
          <pc:docMk/>
          <pc:sldMk cId="1573841762" sldId="378"/>
        </pc:sldMkLst>
        <pc:picChg chg="add mod">
          <ac:chgData name="Ahmed Eid" userId="b3dc3dea385d146a" providerId="LiveId" clId="{1DEF9D27-B1FA-4A4F-8A1C-E7A5D0D13333}" dt="2020-10-01T03:31:44.299" v="199"/>
          <ac:picMkLst>
            <pc:docMk/>
            <pc:sldMk cId="1573841762" sldId="378"/>
            <ac:picMk id="3" creationId="{D07B2411-5736-4F6B-ABD9-DE39F06D9319}"/>
          </ac:picMkLst>
        </pc:picChg>
      </pc:sldChg>
      <pc:sldChg chg="addSp delSp modSp modTransition modAnim">
        <pc:chgData name="Ahmed Eid" userId="b3dc3dea385d146a" providerId="LiveId" clId="{1DEF9D27-B1FA-4A4F-8A1C-E7A5D0D13333}" dt="2020-10-01T03:45:41.582" v="211"/>
        <pc:sldMkLst>
          <pc:docMk/>
          <pc:sldMk cId="1519846808" sldId="379"/>
        </pc:sldMkLst>
        <pc:picChg chg="add del mod">
          <ac:chgData name="Ahmed Eid" userId="b3dc3dea385d146a" providerId="LiveId" clId="{1DEF9D27-B1FA-4A4F-8A1C-E7A5D0D13333}" dt="2020-10-01T03:44:30.948" v="208"/>
          <ac:picMkLst>
            <pc:docMk/>
            <pc:sldMk cId="1519846808" sldId="379"/>
            <ac:picMk id="3" creationId="{45519D96-238B-4975-AFA2-22036EBD3D94}"/>
          </ac:picMkLst>
        </pc:picChg>
        <pc:picChg chg="add del mod">
          <ac:chgData name="Ahmed Eid" userId="b3dc3dea385d146a" providerId="LiveId" clId="{1DEF9D27-B1FA-4A4F-8A1C-E7A5D0D13333}" dt="2020-10-01T03:44:54.575" v="210"/>
          <ac:picMkLst>
            <pc:docMk/>
            <pc:sldMk cId="1519846808" sldId="379"/>
            <ac:picMk id="4" creationId="{C8634718-47EB-474C-84CE-318B82D646DD}"/>
          </ac:picMkLst>
        </pc:picChg>
        <pc:picChg chg="add mod">
          <ac:chgData name="Ahmed Eid" userId="b3dc3dea385d146a" providerId="LiveId" clId="{1DEF9D27-B1FA-4A4F-8A1C-E7A5D0D13333}" dt="2020-10-01T03:45:41.582" v="211"/>
          <ac:picMkLst>
            <pc:docMk/>
            <pc:sldMk cId="1519846808" sldId="379"/>
            <ac:picMk id="5" creationId="{4D4A10D8-91A0-4D98-A61F-B72F2419C580}"/>
          </ac:picMkLst>
        </pc:picChg>
      </pc:sldChg>
      <pc:sldChg chg="addSp modSp">
        <pc:chgData name="Ahmed Eid" userId="b3dc3dea385d146a" providerId="LiveId" clId="{1DEF9D27-B1FA-4A4F-8A1C-E7A5D0D13333}" dt="2020-10-01T04:15:57.063" v="244"/>
        <pc:sldMkLst>
          <pc:docMk/>
          <pc:sldMk cId="329367682" sldId="380"/>
        </pc:sldMkLst>
        <pc:picChg chg="add mod">
          <ac:chgData name="Ahmed Eid" userId="b3dc3dea385d146a" providerId="LiveId" clId="{1DEF9D27-B1FA-4A4F-8A1C-E7A5D0D13333}" dt="2020-10-01T04:15:57.063" v="244"/>
          <ac:picMkLst>
            <pc:docMk/>
            <pc:sldMk cId="329367682" sldId="380"/>
            <ac:picMk id="3" creationId="{F3153C2B-1481-4DAF-89B8-93853C7F214E}"/>
          </ac:picMkLst>
        </pc:picChg>
      </pc:sldChg>
      <pc:sldChg chg="addSp delSp modSp mod modTransition modAnim">
        <pc:chgData name="Ahmed Eid" userId="b3dc3dea385d146a" providerId="LiveId" clId="{1DEF9D27-B1FA-4A4F-8A1C-E7A5D0D13333}" dt="2020-10-01T02:04:53.299" v="150"/>
        <pc:sldMkLst>
          <pc:docMk/>
          <pc:sldMk cId="301041210" sldId="381"/>
        </pc:sldMkLst>
        <pc:spChg chg="mod">
          <ac:chgData name="Ahmed Eid" userId="b3dc3dea385d146a" providerId="LiveId" clId="{1DEF9D27-B1FA-4A4F-8A1C-E7A5D0D13333}" dt="2020-10-01T01:21:37.934" v="92" actId="1076"/>
          <ac:spMkLst>
            <pc:docMk/>
            <pc:sldMk cId="301041210" sldId="381"/>
            <ac:spMk id="7" creationId="{71D207AE-5AB4-4785-97AF-D3FB437F3DC0}"/>
          </ac:spMkLst>
        </pc:spChg>
        <pc:spChg chg="mod">
          <ac:chgData name="Ahmed Eid" userId="b3dc3dea385d146a" providerId="LiveId" clId="{1DEF9D27-B1FA-4A4F-8A1C-E7A5D0D13333}" dt="2020-10-01T01:21:19.564" v="90" actId="1076"/>
          <ac:spMkLst>
            <pc:docMk/>
            <pc:sldMk cId="301041210" sldId="381"/>
            <ac:spMk id="38" creationId="{1AB0D3E2-6F92-4A1D-9B85-E3579E2EDAFA}"/>
          </ac:spMkLst>
        </pc:spChg>
        <pc:picChg chg="add del mod">
          <ac:chgData name="Ahmed Eid" userId="b3dc3dea385d146a" providerId="LiveId" clId="{1DEF9D27-B1FA-4A4F-8A1C-E7A5D0D13333}" dt="2020-10-01T01:53:26.146" v="143"/>
          <ac:picMkLst>
            <pc:docMk/>
            <pc:sldMk cId="301041210" sldId="381"/>
            <ac:picMk id="3" creationId="{F4245365-B87A-4CA4-83A7-3C477E4824F1}"/>
          </ac:picMkLst>
        </pc:picChg>
        <pc:picChg chg="add del mod">
          <ac:chgData name="Ahmed Eid" userId="b3dc3dea385d146a" providerId="LiveId" clId="{1DEF9D27-B1FA-4A4F-8A1C-E7A5D0D13333}" dt="2020-10-01T01:53:45.715" v="145"/>
          <ac:picMkLst>
            <pc:docMk/>
            <pc:sldMk cId="301041210" sldId="381"/>
            <ac:picMk id="4" creationId="{C06C62E1-F4C7-424A-8E28-AA4D8E2F620F}"/>
          </ac:picMkLst>
        </pc:picChg>
        <pc:picChg chg="add del mod">
          <ac:chgData name="Ahmed Eid" userId="b3dc3dea385d146a" providerId="LiveId" clId="{1DEF9D27-B1FA-4A4F-8A1C-E7A5D0D13333}" dt="2020-10-01T01:57:43.401" v="147"/>
          <ac:picMkLst>
            <pc:docMk/>
            <pc:sldMk cId="301041210" sldId="381"/>
            <ac:picMk id="6" creationId="{350385D9-701C-4F4D-BE18-2E78CF5B839F}"/>
          </ac:picMkLst>
        </pc:picChg>
        <pc:picChg chg="add del mod">
          <ac:chgData name="Ahmed Eid" userId="b3dc3dea385d146a" providerId="LiveId" clId="{1DEF9D27-B1FA-4A4F-8A1C-E7A5D0D13333}" dt="2020-10-01T01:58:37.768" v="149"/>
          <ac:picMkLst>
            <pc:docMk/>
            <pc:sldMk cId="301041210" sldId="381"/>
            <ac:picMk id="9" creationId="{18D21845-684E-4F65-8357-97DA496BC1BC}"/>
          </ac:picMkLst>
        </pc:picChg>
        <pc:picChg chg="add mod">
          <ac:chgData name="Ahmed Eid" userId="b3dc3dea385d146a" providerId="LiveId" clId="{1DEF9D27-B1FA-4A4F-8A1C-E7A5D0D13333}" dt="2020-10-01T02:04:53.299" v="150"/>
          <ac:picMkLst>
            <pc:docMk/>
            <pc:sldMk cId="301041210" sldId="381"/>
            <ac:picMk id="12" creationId="{2A8BB1A1-6BED-44B0-B149-88BCE38AD6FD}"/>
          </ac:picMkLst>
        </pc:picChg>
        <pc:inkChg chg="add del">
          <ac:chgData name="Ahmed Eid" userId="b3dc3dea385d146a" providerId="LiveId" clId="{1DEF9D27-B1FA-4A4F-8A1C-E7A5D0D13333}" dt="2020-10-01T01:57:43.401" v="147"/>
          <ac:inkMkLst>
            <pc:docMk/>
            <pc:sldMk cId="301041210" sldId="381"/>
            <ac:inkMk id="5" creationId="{D6DE8670-756A-47AC-AC8D-68A24D2FA5C7}"/>
          </ac:inkMkLst>
        </pc:inkChg>
        <pc:inkChg chg="add del">
          <ac:chgData name="Ahmed Eid" userId="b3dc3dea385d146a" providerId="LiveId" clId="{1DEF9D27-B1FA-4A4F-8A1C-E7A5D0D13333}" dt="2020-10-01T01:58:37.768" v="149"/>
          <ac:inkMkLst>
            <pc:docMk/>
            <pc:sldMk cId="301041210" sldId="381"/>
            <ac:inkMk id="8" creationId="{09586F09-87AA-4E0F-9840-C0793C1E7D49}"/>
          </ac:inkMkLst>
        </pc:inkChg>
        <pc:inkChg chg="add">
          <ac:chgData name="Ahmed Eid" userId="b3dc3dea385d146a" providerId="LiveId" clId="{1DEF9D27-B1FA-4A4F-8A1C-E7A5D0D13333}" dt="2020-10-01T02:04:53.299" v="150"/>
          <ac:inkMkLst>
            <pc:docMk/>
            <pc:sldMk cId="301041210" sldId="381"/>
            <ac:inkMk id="11" creationId="{7F87FEF1-3DBE-4F1C-83B0-45F76294B266}"/>
          </ac:inkMkLst>
        </pc:inkChg>
      </pc:sldChg>
    </pc:docChg>
  </pc:docChgLst>
  <pc:docChgLst>
    <pc:chgData name="Ahmed Eid" userId="b3dc3dea385d146a" providerId="LiveId" clId="{93F23A85-E00A-4454-AB73-EC95FAD1BF1C}"/>
    <pc:docChg chg="custSel modSld">
      <pc:chgData name="Ahmed Eid" userId="b3dc3dea385d146a" providerId="LiveId" clId="{93F23A85-E00A-4454-AB73-EC95FAD1BF1C}" dt="2021-02-20T15:35:42.444" v="13" actId="1076"/>
      <pc:docMkLst>
        <pc:docMk/>
      </pc:docMkLst>
      <pc:sldChg chg="delSp modSp mod delAnim">
        <pc:chgData name="Ahmed Eid" userId="b3dc3dea385d146a" providerId="LiveId" clId="{93F23A85-E00A-4454-AB73-EC95FAD1BF1C}" dt="2021-02-20T15:35:42.444" v="13" actId="1076"/>
        <pc:sldMkLst>
          <pc:docMk/>
          <pc:sldMk cId="3548034977" sldId="262"/>
        </pc:sldMkLst>
        <pc:spChg chg="mod">
          <ac:chgData name="Ahmed Eid" userId="b3dc3dea385d146a" providerId="LiveId" clId="{93F23A85-E00A-4454-AB73-EC95FAD1BF1C}" dt="2021-02-20T15:35:42.444" v="13" actId="1076"/>
          <ac:spMkLst>
            <pc:docMk/>
            <pc:sldMk cId="3548034977" sldId="262"/>
            <ac:spMk id="15" creationId="{00000000-0000-0000-0000-000000000000}"/>
          </ac:spMkLst>
        </pc:spChg>
        <pc:picChg chg="del mod">
          <ac:chgData name="Ahmed Eid" userId="b3dc3dea385d146a" providerId="LiveId" clId="{93F23A85-E00A-4454-AB73-EC95FAD1BF1C}" dt="2021-02-20T15:35:38.659" v="12" actId="21"/>
          <ac:picMkLst>
            <pc:docMk/>
            <pc:sldMk cId="3548034977" sldId="262"/>
            <ac:picMk id="13" creationId="{00000000-0000-0000-0000-000000000000}"/>
          </ac:picMkLst>
        </pc:picChg>
      </pc:sldChg>
      <pc:sldChg chg="modSp mod">
        <pc:chgData name="Ahmed Eid" userId="b3dc3dea385d146a" providerId="LiveId" clId="{93F23A85-E00A-4454-AB73-EC95FAD1BF1C}" dt="2021-02-20T15:33:53.729" v="10" actId="20577"/>
        <pc:sldMkLst>
          <pc:docMk/>
          <pc:sldMk cId="301041210" sldId="381"/>
        </pc:sldMkLst>
        <pc:spChg chg="mod">
          <ac:chgData name="Ahmed Eid" userId="b3dc3dea385d146a" providerId="LiveId" clId="{93F23A85-E00A-4454-AB73-EC95FAD1BF1C}" dt="2021-02-20T15:33:53.729" v="10" actId="20577"/>
          <ac:spMkLst>
            <pc:docMk/>
            <pc:sldMk cId="301041210" sldId="381"/>
            <ac:spMk id="38" creationId="{1AB0D3E2-6F92-4A1D-9B85-E3579E2EDA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72B91-F445-4E8B-8870-C6FC9857173E}" type="datetimeFigureOut">
              <a:rPr lang="en-US" smtClean="0"/>
              <a:t>4/20/2024</a:t>
            </a:fld>
            <a:endParaRPr lang="en-US"/>
          </a:p>
        </p:txBody>
      </p:sp>
      <p:sp>
        <p:nvSpPr>
          <p:cNvPr id="4" name="Slide Image Placeholder 3"/>
          <p:cNvSpPr>
            <a:spLocks noGrp="1" noRot="1" noChangeAspect="1"/>
          </p:cNvSpPr>
          <p:nvPr>
            <p:ph type="sldImg" idx="2"/>
          </p:nvPr>
        </p:nvSpPr>
        <p:spPr>
          <a:xfrm>
            <a:off x="673100" y="1143000"/>
            <a:ext cx="5511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CE86F3-7DB4-448E-A420-6F309595FB5E}" type="slidenum">
              <a:rPr lang="en-US" smtClean="0"/>
              <a:t>‹#›</a:t>
            </a:fld>
            <a:endParaRPr lang="en-US"/>
          </a:p>
        </p:txBody>
      </p:sp>
    </p:spTree>
    <p:extLst>
      <p:ext uri="{BB962C8B-B14F-4D97-AF65-F5344CB8AC3E}">
        <p14:creationId xmlns:p14="http://schemas.microsoft.com/office/powerpoint/2010/main" val="4131762279"/>
      </p:ext>
    </p:extLst>
  </p:cSld>
  <p:clrMap bg1="lt1" tx1="dk1" bg2="lt2" tx2="dk2" accent1="accent1" accent2="accent2" accent3="accent3" accent4="accent4" accent5="accent5" accent6="accent6" hlink="hlink" folHlink="folHlink"/>
  <p:notesStyle>
    <a:lvl1pPr marL="0" algn="l" defTabSz="858589" rtl="0" eaLnBrk="1" latinLnBrk="0" hangingPunct="1">
      <a:defRPr sz="1127" kern="1200">
        <a:solidFill>
          <a:schemeClr val="tx1"/>
        </a:solidFill>
        <a:latin typeface="+mn-lt"/>
        <a:ea typeface="+mn-ea"/>
        <a:cs typeface="+mn-cs"/>
      </a:defRPr>
    </a:lvl1pPr>
    <a:lvl2pPr marL="429294" algn="l" defTabSz="858589" rtl="0" eaLnBrk="1" latinLnBrk="0" hangingPunct="1">
      <a:defRPr sz="1127" kern="1200">
        <a:solidFill>
          <a:schemeClr val="tx1"/>
        </a:solidFill>
        <a:latin typeface="+mn-lt"/>
        <a:ea typeface="+mn-ea"/>
        <a:cs typeface="+mn-cs"/>
      </a:defRPr>
    </a:lvl2pPr>
    <a:lvl3pPr marL="858589" algn="l" defTabSz="858589" rtl="0" eaLnBrk="1" latinLnBrk="0" hangingPunct="1">
      <a:defRPr sz="1127" kern="1200">
        <a:solidFill>
          <a:schemeClr val="tx1"/>
        </a:solidFill>
        <a:latin typeface="+mn-lt"/>
        <a:ea typeface="+mn-ea"/>
        <a:cs typeface="+mn-cs"/>
      </a:defRPr>
    </a:lvl3pPr>
    <a:lvl4pPr marL="1287883" algn="l" defTabSz="858589" rtl="0" eaLnBrk="1" latinLnBrk="0" hangingPunct="1">
      <a:defRPr sz="1127" kern="1200">
        <a:solidFill>
          <a:schemeClr val="tx1"/>
        </a:solidFill>
        <a:latin typeface="+mn-lt"/>
        <a:ea typeface="+mn-ea"/>
        <a:cs typeface="+mn-cs"/>
      </a:defRPr>
    </a:lvl4pPr>
    <a:lvl5pPr marL="1717177" algn="l" defTabSz="858589" rtl="0" eaLnBrk="1" latinLnBrk="0" hangingPunct="1">
      <a:defRPr sz="1127" kern="1200">
        <a:solidFill>
          <a:schemeClr val="tx1"/>
        </a:solidFill>
        <a:latin typeface="+mn-lt"/>
        <a:ea typeface="+mn-ea"/>
        <a:cs typeface="+mn-cs"/>
      </a:defRPr>
    </a:lvl5pPr>
    <a:lvl6pPr marL="2146472" algn="l" defTabSz="858589" rtl="0" eaLnBrk="1" latinLnBrk="0" hangingPunct="1">
      <a:defRPr sz="1127" kern="1200">
        <a:solidFill>
          <a:schemeClr val="tx1"/>
        </a:solidFill>
        <a:latin typeface="+mn-lt"/>
        <a:ea typeface="+mn-ea"/>
        <a:cs typeface="+mn-cs"/>
      </a:defRPr>
    </a:lvl6pPr>
    <a:lvl7pPr marL="2575766" algn="l" defTabSz="858589" rtl="0" eaLnBrk="1" latinLnBrk="0" hangingPunct="1">
      <a:defRPr sz="1127" kern="1200">
        <a:solidFill>
          <a:schemeClr val="tx1"/>
        </a:solidFill>
        <a:latin typeface="+mn-lt"/>
        <a:ea typeface="+mn-ea"/>
        <a:cs typeface="+mn-cs"/>
      </a:defRPr>
    </a:lvl7pPr>
    <a:lvl8pPr marL="3005060" algn="l" defTabSz="858589" rtl="0" eaLnBrk="1" latinLnBrk="0" hangingPunct="1">
      <a:defRPr sz="1127" kern="1200">
        <a:solidFill>
          <a:schemeClr val="tx1"/>
        </a:solidFill>
        <a:latin typeface="+mn-lt"/>
        <a:ea typeface="+mn-ea"/>
        <a:cs typeface="+mn-cs"/>
      </a:defRPr>
    </a:lvl8pPr>
    <a:lvl9pPr marL="3434355" algn="l" defTabSz="858589" rtl="0" eaLnBrk="1" latinLnBrk="0" hangingPunct="1">
      <a:defRPr sz="1127"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31541" y="1122363"/>
            <a:ext cx="9189244"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31541" y="3602038"/>
            <a:ext cx="918924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E2C5C0-3EBD-4C67-94C9-062B6B455D56}" type="datetime1">
              <a:rPr lang="en-US" smtClean="0"/>
              <a:t>4/20/2024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3447694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E40CC-D23A-4816-9476-98C28A8FDEDE}" type="datetime1">
              <a:rPr lang="en-US" smtClean="0"/>
              <a:t>4/20/2024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4192705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5966" y="1709739"/>
            <a:ext cx="1056763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5966" y="4589464"/>
            <a:ext cx="1056763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43FD6C3-F7D0-41B4-8C36-CA97B7FCECD7}" type="datetime1">
              <a:rPr lang="en-US" smtClean="0"/>
              <a:t>4/20/2024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2932415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2347" y="1825625"/>
            <a:ext cx="5207238"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740" y="1825625"/>
            <a:ext cx="5207238"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735977-0102-4C43-8064-0C25DE267142}" type="datetime1">
              <a:rPr lang="en-US" smtClean="0"/>
              <a:t>4/20/2024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487085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3943" y="365126"/>
            <a:ext cx="1056763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3944" y="1681163"/>
            <a:ext cx="518330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43944" y="2505075"/>
            <a:ext cx="518330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2740" y="1681163"/>
            <a:ext cx="520883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2740" y="2505075"/>
            <a:ext cx="5208834"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1FE196-C092-400D-8274-F74585EF5922}" type="datetime1">
              <a:rPr lang="en-US" smtClean="0"/>
              <a:t>4/20/2024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2846738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BF93BC-4A23-4FFB-BB39-D83C6B8EAA36}" type="datetime1">
              <a:rPr lang="en-US" smtClean="0"/>
              <a:t>4/20/2024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158260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20C66D-2017-4B03-B646-CA6AEA5F9C11}" type="datetime1">
              <a:rPr lang="en-US" smtClean="0"/>
              <a:t>4/20/2024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296301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944" y="457200"/>
            <a:ext cx="395169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208834" y="987426"/>
            <a:ext cx="620274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3944" y="2057400"/>
            <a:ext cx="395169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56B16A-1B42-42CB-AB3F-C6902ACCB849}" type="datetime1">
              <a:rPr lang="en-US" smtClean="0"/>
              <a:t>4/20/2024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231307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944" y="457200"/>
            <a:ext cx="395169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08834" y="987426"/>
            <a:ext cx="620274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3944" y="2057400"/>
            <a:ext cx="395169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886494-1EFC-4577-9D10-09E186F95933}" type="datetime1">
              <a:rPr lang="en-US" smtClean="0"/>
              <a:t>4/20/2024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139173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4B9D85-ABD6-4BE2-9216-6393181C6C66}" type="datetime1">
              <a:rPr lang="en-US" smtClean="0"/>
              <a:t>4/20/2024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991773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8070" y="365125"/>
            <a:ext cx="2641908"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42347" y="365125"/>
            <a:ext cx="777256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95A086-221F-4611-94DC-7FD28555DD5A}" type="datetime1">
              <a:rPr lang="en-US" smtClean="0"/>
              <a:t>4/20/2024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5F329-02EE-4F4A-8B74-A22642379FE5}" type="slidenum">
              <a:rPr lang="en-US" smtClean="0"/>
              <a:t>‹#›</a:t>
            </a:fld>
            <a:endParaRPr lang="en-US"/>
          </a:p>
        </p:txBody>
      </p:sp>
    </p:spTree>
    <p:extLst>
      <p:ext uri="{BB962C8B-B14F-4D97-AF65-F5344CB8AC3E}">
        <p14:creationId xmlns:p14="http://schemas.microsoft.com/office/powerpoint/2010/main" val="1179413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2348" y="365126"/>
            <a:ext cx="1056763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2348" y="1825625"/>
            <a:ext cx="1056763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2347" y="6356351"/>
            <a:ext cx="275677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938194-C996-4128-A7CA-F58921D4AB84}" type="datetime1">
              <a:rPr lang="en-US" smtClean="0"/>
              <a:t>4/20/2024</a:t>
            </a:fld>
            <a:endParaRPr lang="en-US"/>
          </a:p>
        </p:txBody>
      </p:sp>
      <p:sp>
        <p:nvSpPr>
          <p:cNvPr id="5" name="Footer Placeholder 4"/>
          <p:cNvSpPr>
            <a:spLocks noGrp="1"/>
          </p:cNvSpPr>
          <p:nvPr>
            <p:ph type="ftr" sz="quarter" idx="3"/>
          </p:nvPr>
        </p:nvSpPr>
        <p:spPr>
          <a:xfrm>
            <a:off x="4058583" y="6356351"/>
            <a:ext cx="41351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3205" y="6356351"/>
            <a:ext cx="275677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85F329-02EE-4F4A-8B74-A22642379FE5}" type="slidenum">
              <a:rPr lang="en-US" smtClean="0"/>
              <a:t>‹#›</a:t>
            </a:fld>
            <a:endParaRPr lang="en-US"/>
          </a:p>
        </p:txBody>
      </p:sp>
    </p:spTree>
    <p:extLst>
      <p:ext uri="{BB962C8B-B14F-4D97-AF65-F5344CB8AC3E}">
        <p14:creationId xmlns:p14="http://schemas.microsoft.com/office/powerpoint/2010/main" val="290316474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20.png"/><Relationship Id="rId7"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9" Type="http://schemas.openxmlformats.org/officeDocument/2006/relationships/image" Target="../media/image19.tm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image" Target="../media/image28.tmp"/><Relationship Id="rId1" Type="http://schemas.openxmlformats.org/officeDocument/2006/relationships/slideLayout" Target="../slideLayouts/slideLayout2.xml"/><Relationship Id="rId4" Type="http://schemas.openxmlformats.org/officeDocument/2006/relationships/image" Target="../media/image30.tmp"/></Relationships>
</file>

<file path=ppt/slides/_rels/slide41.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image" Target="../media/image31.tmp"/><Relationship Id="rId1" Type="http://schemas.openxmlformats.org/officeDocument/2006/relationships/slideLayout" Target="../slideLayouts/slideLayout2.xml"/><Relationship Id="rId6" Type="http://schemas.openxmlformats.org/officeDocument/2006/relationships/image" Target="../media/image35.tmp"/><Relationship Id="rId5" Type="http://schemas.openxmlformats.org/officeDocument/2006/relationships/image" Target="../media/image34.tmp"/><Relationship Id="rId4" Type="http://schemas.openxmlformats.org/officeDocument/2006/relationships/image" Target="../media/image33.tmp"/></Relationships>
</file>

<file path=ppt/slides/_rels/slide42.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image" Target="../media/image36.tmp"/><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image" Target="../media/image38.tmp"/><Relationship Id="rId1" Type="http://schemas.openxmlformats.org/officeDocument/2006/relationships/slideLayout" Target="../slideLayouts/slideLayout2.xml"/><Relationship Id="rId6" Type="http://schemas.openxmlformats.org/officeDocument/2006/relationships/image" Target="../media/image42.tmp"/><Relationship Id="rId5" Type="http://schemas.openxmlformats.org/officeDocument/2006/relationships/image" Target="../media/image41.tmp"/><Relationship Id="rId4" Type="http://schemas.openxmlformats.org/officeDocument/2006/relationships/image" Target="../media/image40.tmp"/></Relationships>
</file>

<file path=ppt/slides/_rels/slide45.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image" Target="../media/image43.tmp"/><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image" Target="../media/image45.tmp"/><Relationship Id="rId1" Type="http://schemas.openxmlformats.org/officeDocument/2006/relationships/slideLayout" Target="../slideLayouts/slideLayout2.xml"/><Relationship Id="rId4" Type="http://schemas.openxmlformats.org/officeDocument/2006/relationships/image" Target="../media/image47.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16" y="238760"/>
            <a:ext cx="11820817" cy="5871022"/>
          </a:xfrm>
          <a:solidFill>
            <a:schemeClr val="bg1"/>
          </a:solidFill>
          <a:ln>
            <a:solidFill>
              <a:schemeClr val="bg1"/>
            </a:solidFill>
          </a:ln>
        </p:spPr>
        <p:txBody>
          <a:bodyPr>
            <a:normAutofit/>
          </a:bodyPr>
          <a:lstStyle/>
          <a:p>
            <a:pPr algn="ctr">
              <a:lnSpc>
                <a:spcPct val="150000"/>
              </a:lnSpc>
            </a:pPr>
            <a:r>
              <a:rPr lang="en-US" sz="5400" b="1" dirty="0">
                <a:latin typeface="+mn-lt"/>
              </a:rPr>
              <a:t>K-Nearest Neighbors and</a:t>
            </a:r>
            <a:br>
              <a:rPr lang="en-US" sz="5400" b="1" dirty="0">
                <a:latin typeface="+mn-lt"/>
              </a:rPr>
            </a:br>
            <a:r>
              <a:rPr lang="en-US" sz="5400" b="1" dirty="0">
                <a:latin typeface="+mn-lt"/>
              </a:rPr>
              <a:t>Radius Neighbors Classifiers</a:t>
            </a:r>
          </a:p>
        </p:txBody>
      </p:sp>
    </p:spTree>
    <p:extLst>
      <p:ext uri="{BB962C8B-B14F-4D97-AF65-F5344CB8AC3E}">
        <p14:creationId xmlns:p14="http://schemas.microsoft.com/office/powerpoint/2010/main" val="612417556"/>
      </p:ext>
    </p:extLst>
  </p:cSld>
  <p:clrMapOvr>
    <a:masterClrMapping/>
  </p:clrMapOvr>
  <mc:AlternateContent xmlns:mc="http://schemas.openxmlformats.org/markup-compatibility/2006" xmlns:p14="http://schemas.microsoft.com/office/powerpoint/2010/main">
    <mc:Choice Requires="p14">
      <p:transition spd="slow" p14:dur="2000" advTm="16718"/>
    </mc:Choice>
    <mc:Fallback xmlns="">
      <p:transition spd="slow" advTm="1671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53B3-1362-F3AC-E5B8-FEF331AC0DE3}"/>
              </a:ext>
            </a:extLst>
          </p:cNvPr>
          <p:cNvSpPr>
            <a:spLocks noGrp="1"/>
          </p:cNvSpPr>
          <p:nvPr>
            <p:ph type="title"/>
          </p:nvPr>
        </p:nvSpPr>
        <p:spPr/>
        <p:txBody>
          <a:bodyPr/>
          <a:lstStyle/>
          <a:p>
            <a:r>
              <a:rPr lang="en-US" dirty="0"/>
              <a:t>Nearest Neighbor Classifier</a:t>
            </a:r>
          </a:p>
        </p:txBody>
      </p:sp>
      <p:sp>
        <p:nvSpPr>
          <p:cNvPr id="3" name="Content Placeholder 2">
            <a:extLst>
              <a:ext uri="{FF2B5EF4-FFF2-40B4-BE49-F238E27FC236}">
                <a16:creationId xmlns:a16="http://schemas.microsoft.com/office/drawing/2014/main" id="{47C1D569-0937-DAA7-0F48-CB83E3A3DCF7}"/>
              </a:ext>
            </a:extLst>
          </p:cNvPr>
          <p:cNvSpPr>
            <a:spLocks noGrp="1"/>
          </p:cNvSpPr>
          <p:nvPr>
            <p:ph idx="1"/>
          </p:nvPr>
        </p:nvSpPr>
        <p:spPr/>
        <p:txBody>
          <a:bodyPr>
            <a:normAutofit fontScale="85000" lnSpcReduction="20000"/>
          </a:bodyPr>
          <a:lstStyle/>
          <a:p>
            <a:endParaRPr lang="en-US" dirty="0"/>
          </a:p>
          <a:p>
            <a:endParaRPr lang="en-US" dirty="0"/>
          </a:p>
          <a:p>
            <a:endParaRPr lang="en-US" dirty="0"/>
          </a:p>
          <a:p>
            <a:endParaRPr lang="en-US" dirty="0"/>
          </a:p>
          <a:p>
            <a:endParaRPr lang="en-US" dirty="0"/>
          </a:p>
          <a:p>
            <a:endParaRPr lang="en-US" dirty="0"/>
          </a:p>
          <a:p>
            <a:pPr>
              <a:buFontTx/>
              <a:buNone/>
            </a:pPr>
            <a:endParaRPr lang="en-US" altLang="en-US" dirty="0">
              <a:solidFill>
                <a:srgbClr val="0000FF"/>
              </a:solidFill>
            </a:endParaRPr>
          </a:p>
          <a:p>
            <a:pPr>
              <a:buFontTx/>
              <a:buNone/>
            </a:pPr>
            <a:endParaRPr lang="en-US" altLang="en-US" dirty="0">
              <a:solidFill>
                <a:srgbClr val="0000FF"/>
              </a:solidFill>
            </a:endParaRPr>
          </a:p>
          <a:p>
            <a:pPr marL="0" indent="0">
              <a:buNone/>
            </a:pPr>
            <a:endParaRPr lang="en-US" altLang="en-US" dirty="0"/>
          </a:p>
          <a:p>
            <a:r>
              <a:rPr lang="en-US" altLang="en-US" dirty="0"/>
              <a:t>All we need is a distance function for our inputs</a:t>
            </a:r>
          </a:p>
          <a:p>
            <a:r>
              <a:rPr lang="en-US" altLang="en-US" dirty="0"/>
              <a:t>No training required!</a:t>
            </a:r>
          </a:p>
          <a:p>
            <a:pPr marL="0" indent="0">
              <a:buNone/>
            </a:pPr>
            <a:endParaRPr lang="en-US" dirty="0"/>
          </a:p>
        </p:txBody>
      </p:sp>
      <p:sp>
        <p:nvSpPr>
          <p:cNvPr id="4" name="Rectangle 3">
            <a:extLst>
              <a:ext uri="{FF2B5EF4-FFF2-40B4-BE49-F238E27FC236}">
                <a16:creationId xmlns:a16="http://schemas.microsoft.com/office/drawing/2014/main" id="{59F17C93-9D7C-4A99-F9A8-4194CE98F282}"/>
              </a:ext>
            </a:extLst>
          </p:cNvPr>
          <p:cNvSpPr/>
          <p:nvPr/>
        </p:nvSpPr>
        <p:spPr>
          <a:xfrm>
            <a:off x="3820188" y="1926456"/>
            <a:ext cx="228600" cy="2286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5" name="Rectangle 4">
            <a:extLst>
              <a:ext uri="{FF2B5EF4-FFF2-40B4-BE49-F238E27FC236}">
                <a16:creationId xmlns:a16="http://schemas.microsoft.com/office/drawing/2014/main" id="{C3557B81-25E0-B256-3E14-8FB0CF1465ED}"/>
              </a:ext>
            </a:extLst>
          </p:cNvPr>
          <p:cNvSpPr/>
          <p:nvPr/>
        </p:nvSpPr>
        <p:spPr>
          <a:xfrm>
            <a:off x="4353588" y="2612256"/>
            <a:ext cx="228600" cy="2286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6" name="Rectangle 5">
            <a:extLst>
              <a:ext uri="{FF2B5EF4-FFF2-40B4-BE49-F238E27FC236}">
                <a16:creationId xmlns:a16="http://schemas.microsoft.com/office/drawing/2014/main" id="{6216772C-989F-F064-9152-896E54168FAA}"/>
              </a:ext>
            </a:extLst>
          </p:cNvPr>
          <p:cNvSpPr/>
          <p:nvPr/>
        </p:nvSpPr>
        <p:spPr>
          <a:xfrm>
            <a:off x="4886988" y="1850256"/>
            <a:ext cx="228600" cy="2286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7" name="Rectangle 6">
            <a:extLst>
              <a:ext uri="{FF2B5EF4-FFF2-40B4-BE49-F238E27FC236}">
                <a16:creationId xmlns:a16="http://schemas.microsoft.com/office/drawing/2014/main" id="{2E70E3D2-D141-6F74-8E52-8C3C64D2E48E}"/>
              </a:ext>
            </a:extLst>
          </p:cNvPr>
          <p:cNvSpPr/>
          <p:nvPr/>
        </p:nvSpPr>
        <p:spPr>
          <a:xfrm>
            <a:off x="3972588" y="3374256"/>
            <a:ext cx="228600" cy="2286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8" name="Rectangle 7">
            <a:extLst>
              <a:ext uri="{FF2B5EF4-FFF2-40B4-BE49-F238E27FC236}">
                <a16:creationId xmlns:a16="http://schemas.microsoft.com/office/drawing/2014/main" id="{5144F290-0493-9A04-CF73-8661AB7F0784}"/>
              </a:ext>
            </a:extLst>
          </p:cNvPr>
          <p:cNvSpPr/>
          <p:nvPr/>
        </p:nvSpPr>
        <p:spPr>
          <a:xfrm>
            <a:off x="5344188" y="3069456"/>
            <a:ext cx="228600" cy="2286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9" name="Rectangle 8">
            <a:extLst>
              <a:ext uri="{FF2B5EF4-FFF2-40B4-BE49-F238E27FC236}">
                <a16:creationId xmlns:a16="http://schemas.microsoft.com/office/drawing/2014/main" id="{54934318-5638-9530-EDFE-E71E75163CA5}"/>
              </a:ext>
            </a:extLst>
          </p:cNvPr>
          <p:cNvSpPr/>
          <p:nvPr/>
        </p:nvSpPr>
        <p:spPr>
          <a:xfrm>
            <a:off x="5191788" y="3831456"/>
            <a:ext cx="228600" cy="2286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0" name="Oval 9">
            <a:extLst>
              <a:ext uri="{FF2B5EF4-FFF2-40B4-BE49-F238E27FC236}">
                <a16:creationId xmlns:a16="http://schemas.microsoft.com/office/drawing/2014/main" id="{68B913CB-D772-B830-AC00-B73C1531FA5F}"/>
              </a:ext>
            </a:extLst>
          </p:cNvPr>
          <p:cNvSpPr/>
          <p:nvPr/>
        </p:nvSpPr>
        <p:spPr>
          <a:xfrm>
            <a:off x="7401588" y="2155056"/>
            <a:ext cx="2286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1" name="Oval 10">
            <a:extLst>
              <a:ext uri="{FF2B5EF4-FFF2-40B4-BE49-F238E27FC236}">
                <a16:creationId xmlns:a16="http://schemas.microsoft.com/office/drawing/2014/main" id="{1018BB7D-7FC7-D493-BD7F-39C47FD9C1AF}"/>
              </a:ext>
            </a:extLst>
          </p:cNvPr>
          <p:cNvSpPr/>
          <p:nvPr/>
        </p:nvSpPr>
        <p:spPr>
          <a:xfrm>
            <a:off x="6639588" y="2840856"/>
            <a:ext cx="2286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2" name="Oval 11">
            <a:extLst>
              <a:ext uri="{FF2B5EF4-FFF2-40B4-BE49-F238E27FC236}">
                <a16:creationId xmlns:a16="http://schemas.microsoft.com/office/drawing/2014/main" id="{94AD9A09-0AD9-AF1F-5925-6CC10CCD47E4}"/>
              </a:ext>
            </a:extLst>
          </p:cNvPr>
          <p:cNvSpPr/>
          <p:nvPr/>
        </p:nvSpPr>
        <p:spPr>
          <a:xfrm>
            <a:off x="7401588" y="3221856"/>
            <a:ext cx="2286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3" name="Oval 12">
            <a:extLst>
              <a:ext uri="{FF2B5EF4-FFF2-40B4-BE49-F238E27FC236}">
                <a16:creationId xmlns:a16="http://schemas.microsoft.com/office/drawing/2014/main" id="{569507F4-5197-4B81-335E-47857D49EF80}"/>
              </a:ext>
            </a:extLst>
          </p:cNvPr>
          <p:cNvSpPr/>
          <p:nvPr/>
        </p:nvSpPr>
        <p:spPr>
          <a:xfrm>
            <a:off x="6487188" y="1774056"/>
            <a:ext cx="2286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4" name="Oval 13">
            <a:extLst>
              <a:ext uri="{FF2B5EF4-FFF2-40B4-BE49-F238E27FC236}">
                <a16:creationId xmlns:a16="http://schemas.microsoft.com/office/drawing/2014/main" id="{FBE56862-77D6-B8D0-B964-01DF5791D71E}"/>
              </a:ext>
            </a:extLst>
          </p:cNvPr>
          <p:cNvSpPr/>
          <p:nvPr/>
        </p:nvSpPr>
        <p:spPr>
          <a:xfrm>
            <a:off x="6868188" y="2383656"/>
            <a:ext cx="2286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5" name="Oval 14">
            <a:extLst>
              <a:ext uri="{FF2B5EF4-FFF2-40B4-BE49-F238E27FC236}">
                <a16:creationId xmlns:a16="http://schemas.microsoft.com/office/drawing/2014/main" id="{7907BED9-07B2-F930-8B4D-B3BF9E430971}"/>
              </a:ext>
            </a:extLst>
          </p:cNvPr>
          <p:cNvSpPr/>
          <p:nvPr/>
        </p:nvSpPr>
        <p:spPr>
          <a:xfrm>
            <a:off x="6487188" y="3679056"/>
            <a:ext cx="2286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6" name="TextBox 15">
            <a:extLst>
              <a:ext uri="{FF2B5EF4-FFF2-40B4-BE49-F238E27FC236}">
                <a16:creationId xmlns:a16="http://schemas.microsoft.com/office/drawing/2014/main" id="{A639F306-4D5B-88C5-EE6C-091B0BBBE284}"/>
              </a:ext>
            </a:extLst>
          </p:cNvPr>
          <p:cNvSpPr txBox="1">
            <a:spLocks noChangeArrowheads="1"/>
          </p:cNvSpPr>
          <p:nvPr/>
        </p:nvSpPr>
        <p:spPr bwMode="auto">
          <a:xfrm>
            <a:off x="5267988" y="2332856"/>
            <a:ext cx="106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600">
                <a:solidFill>
                  <a:srgbClr val="000000"/>
                </a:solidFill>
              </a:rPr>
              <a:t>Test example</a:t>
            </a:r>
          </a:p>
        </p:txBody>
      </p:sp>
      <p:sp>
        <p:nvSpPr>
          <p:cNvPr id="17" name="TextBox 18">
            <a:extLst>
              <a:ext uri="{FF2B5EF4-FFF2-40B4-BE49-F238E27FC236}">
                <a16:creationId xmlns:a16="http://schemas.microsoft.com/office/drawing/2014/main" id="{14E9E657-1C65-944D-E34D-EBAC0EDA6A42}"/>
              </a:ext>
            </a:extLst>
          </p:cNvPr>
          <p:cNvSpPr txBox="1">
            <a:spLocks noChangeArrowheads="1"/>
          </p:cNvSpPr>
          <p:nvPr/>
        </p:nvSpPr>
        <p:spPr bwMode="auto">
          <a:xfrm>
            <a:off x="2600988" y="2383657"/>
            <a:ext cx="1295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600">
                <a:solidFill>
                  <a:srgbClr val="0000FF"/>
                </a:solidFill>
              </a:rPr>
              <a:t>Training examples from class 1</a:t>
            </a:r>
          </a:p>
        </p:txBody>
      </p:sp>
      <p:sp>
        <p:nvSpPr>
          <p:cNvPr id="18" name="TextBox 19">
            <a:extLst>
              <a:ext uri="{FF2B5EF4-FFF2-40B4-BE49-F238E27FC236}">
                <a16:creationId xmlns:a16="http://schemas.microsoft.com/office/drawing/2014/main" id="{60F7038B-6B3B-E5B1-00F8-F765C57B96C1}"/>
              </a:ext>
            </a:extLst>
          </p:cNvPr>
          <p:cNvSpPr txBox="1">
            <a:spLocks noChangeArrowheads="1"/>
          </p:cNvSpPr>
          <p:nvPr/>
        </p:nvSpPr>
        <p:spPr bwMode="auto">
          <a:xfrm>
            <a:off x="7858788" y="2231257"/>
            <a:ext cx="1295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600">
                <a:solidFill>
                  <a:srgbClr val="FF0000"/>
                </a:solidFill>
              </a:rPr>
              <a:t>Training examples from class 2</a:t>
            </a:r>
          </a:p>
        </p:txBody>
      </p:sp>
      <p:cxnSp>
        <p:nvCxnSpPr>
          <p:cNvPr id="19" name="Straight Arrow Connector 18">
            <a:extLst>
              <a:ext uri="{FF2B5EF4-FFF2-40B4-BE49-F238E27FC236}">
                <a16:creationId xmlns:a16="http://schemas.microsoft.com/office/drawing/2014/main" id="{7286FC0C-11A8-AB83-191C-858372337A83}"/>
              </a:ext>
            </a:extLst>
          </p:cNvPr>
          <p:cNvCxnSpPr/>
          <p:nvPr/>
        </p:nvCxnSpPr>
        <p:spPr>
          <a:xfrm rot="16200000" flipV="1">
            <a:off x="4963188" y="2155056"/>
            <a:ext cx="381000" cy="228600"/>
          </a:xfrm>
          <a:prstGeom prst="straightConnector1">
            <a:avLst/>
          </a:prstGeom>
          <a:ln w="25400">
            <a:solidFill>
              <a:srgbClr val="0000FF"/>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0" name="Diamond 19">
            <a:extLst>
              <a:ext uri="{FF2B5EF4-FFF2-40B4-BE49-F238E27FC236}">
                <a16:creationId xmlns:a16="http://schemas.microsoft.com/office/drawing/2014/main" id="{3E2A052D-4A0E-20DB-5059-06512EEB6E95}"/>
              </a:ext>
            </a:extLst>
          </p:cNvPr>
          <p:cNvSpPr/>
          <p:nvPr/>
        </p:nvSpPr>
        <p:spPr>
          <a:xfrm>
            <a:off x="5115588" y="2307456"/>
            <a:ext cx="304800" cy="304800"/>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Tree>
    <p:extLst>
      <p:ext uri="{BB962C8B-B14F-4D97-AF65-F5344CB8AC3E}">
        <p14:creationId xmlns:p14="http://schemas.microsoft.com/office/powerpoint/2010/main" val="410633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K-Nearest Neighbors (KNN) Approaches</a:t>
            </a:r>
          </a:p>
        </p:txBody>
      </p:sp>
      <p:sp>
        <p:nvSpPr>
          <p:cNvPr id="38" name="Rectangle 37">
            <a:extLst>
              <a:ext uri="{FF2B5EF4-FFF2-40B4-BE49-F238E27FC236}">
                <a16:creationId xmlns:a16="http://schemas.microsoft.com/office/drawing/2014/main" id="{1AB0D3E2-6F92-4A1D-9B85-E3579E2EDAFA}"/>
              </a:ext>
            </a:extLst>
          </p:cNvPr>
          <p:cNvSpPr/>
          <p:nvPr/>
        </p:nvSpPr>
        <p:spPr>
          <a:xfrm>
            <a:off x="247129" y="1195471"/>
            <a:ext cx="11545616" cy="5021055"/>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2400" dirty="0">
                <a:solidFill>
                  <a:srgbClr val="002060"/>
                </a:solidFill>
              </a:rPr>
              <a:t>We will study the supervised learning approaches KNN classifier and radius neighbors classifier.</a:t>
            </a:r>
          </a:p>
          <a:p>
            <a:pPr marL="342900" indent="-342900">
              <a:lnSpc>
                <a:spcPct val="150000"/>
              </a:lnSpc>
              <a:buFont typeface="Wingdings" panose="05000000000000000000" pitchFamily="2" charset="2"/>
              <a:buChar char="q"/>
            </a:pPr>
            <a:r>
              <a:rPr lang="en-US" sz="2400" dirty="0">
                <a:solidFill>
                  <a:srgbClr val="002060"/>
                </a:solidFill>
              </a:rPr>
              <a:t>These basic approaches are very simple to implement and they are effective with relatively small data sets. They are slow with large data sets specially when the brute force (exhaustive) search is used.</a:t>
            </a:r>
          </a:p>
          <a:p>
            <a:pPr marL="342900" indent="-342900">
              <a:lnSpc>
                <a:spcPct val="150000"/>
              </a:lnSpc>
              <a:buFont typeface="Wingdings" panose="05000000000000000000" pitchFamily="2" charset="2"/>
              <a:buChar char="q"/>
            </a:pPr>
            <a:r>
              <a:rPr lang="en-US" sz="2400" dirty="0">
                <a:solidFill>
                  <a:srgbClr val="002060"/>
                </a:solidFill>
              </a:rPr>
              <a:t>They do not have a learning model (no learning parameters) as they require the training data to be available at the prediction time, so they are online learning approaches.</a:t>
            </a:r>
          </a:p>
          <a:p>
            <a:pPr marL="342900" indent="-342900">
              <a:lnSpc>
                <a:spcPct val="150000"/>
              </a:lnSpc>
              <a:buFont typeface="Wingdings" panose="05000000000000000000" pitchFamily="2" charset="2"/>
              <a:buChar char="q"/>
            </a:pPr>
            <a:r>
              <a:rPr lang="en-US" sz="2400" dirty="0">
                <a:solidFill>
                  <a:srgbClr val="002060"/>
                </a:solidFill>
              </a:rPr>
              <a:t>They can learn complex decision boundaries since they are not constrained to a specific model.</a:t>
            </a:r>
          </a:p>
        </p:txBody>
      </p:sp>
    </p:spTree>
    <p:extLst>
      <p:ext uri="{BB962C8B-B14F-4D97-AF65-F5344CB8AC3E}">
        <p14:creationId xmlns:p14="http://schemas.microsoft.com/office/powerpoint/2010/main" val="858321842"/>
      </p:ext>
    </p:extLst>
  </p:cSld>
  <p:clrMapOvr>
    <a:masterClrMapping/>
  </p:clrMapOvr>
  <mc:AlternateContent xmlns:mc="http://schemas.openxmlformats.org/markup-compatibility/2006" xmlns:p14="http://schemas.microsoft.com/office/powerpoint/2010/main">
    <mc:Choice Requires="p14">
      <p:transition spd="slow" p14:dur="2000" advTm="94965"/>
    </mc:Choice>
    <mc:Fallback xmlns="">
      <p:transition spd="slow" advTm="9496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KNN Approaches in </a:t>
            </a:r>
            <a:r>
              <a:rPr lang="en-US" sz="5400" b="1" dirty="0" err="1"/>
              <a:t>sklearn</a:t>
            </a:r>
            <a:r>
              <a:rPr lang="en-US" sz="5400" b="1" dirty="0"/>
              <a:t> Python Package</a:t>
            </a:r>
          </a:p>
        </p:txBody>
      </p: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1AB0D3E2-6F92-4A1D-9B85-E3579E2EDAFA}"/>
                  </a:ext>
                </a:extLst>
              </p:cNvPr>
              <p:cNvSpPr/>
              <p:nvPr/>
            </p:nvSpPr>
            <p:spPr>
              <a:xfrm>
                <a:off x="247129" y="1079686"/>
                <a:ext cx="11794404" cy="3922099"/>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1600" dirty="0">
                    <a:solidFill>
                      <a:srgbClr val="002060"/>
                    </a:solidFill>
                  </a:rPr>
                  <a:t>Nearest neighbors’ classifiers have two classes in </a:t>
                </a:r>
                <a:r>
                  <a:rPr lang="en-US" sz="1600" dirty="0" err="1">
                    <a:solidFill>
                      <a:srgbClr val="002060"/>
                    </a:solidFill>
                  </a:rPr>
                  <a:t>sklearn</a:t>
                </a:r>
                <a:r>
                  <a:rPr lang="en-US" sz="1600" dirty="0">
                    <a:solidFill>
                      <a:srgbClr val="002060"/>
                    </a:solidFill>
                  </a:rPr>
                  <a:t> package:</a:t>
                </a:r>
              </a:p>
              <a:p>
                <a:pPr marL="1007577" lvl="1" indent="-457200">
                  <a:lnSpc>
                    <a:spcPct val="150000"/>
                  </a:lnSpc>
                  <a:buFont typeface="+mj-lt"/>
                  <a:buAutoNum type="arabicPeriod"/>
                </a:pPr>
                <a:r>
                  <a:rPr lang="en-US" sz="1600" dirty="0" err="1">
                    <a:solidFill>
                      <a:srgbClr val="002060"/>
                    </a:solidFill>
                  </a:rPr>
                  <a:t>KNeighborsClassifier</a:t>
                </a:r>
                <a:r>
                  <a:rPr lang="en-US" sz="1600" dirty="0">
                    <a:solidFill>
                      <a:srgbClr val="002060"/>
                    </a:solidFill>
                  </a:rPr>
                  <a:t>() (uses the nearest K number of neighbors for prediction)</a:t>
                </a:r>
              </a:p>
              <a:p>
                <a:pPr marL="1007577" lvl="1" indent="-457200">
                  <a:lnSpc>
                    <a:spcPct val="150000"/>
                  </a:lnSpc>
                  <a:buFont typeface="+mj-lt"/>
                  <a:buAutoNum type="arabicPeriod"/>
                </a:pPr>
                <a:r>
                  <a:rPr lang="en-US" sz="1600" dirty="0" err="1">
                    <a:solidFill>
                      <a:srgbClr val="002060"/>
                    </a:solidFill>
                  </a:rPr>
                  <a:t>RadiusNeighborsClassifier</a:t>
                </a:r>
                <a:r>
                  <a:rPr lang="en-US" sz="1600" dirty="0">
                    <a:solidFill>
                      <a:srgbClr val="002060"/>
                    </a:solidFill>
                  </a:rPr>
                  <a:t>()	(uses the nearest neighbors within certain distance)</a:t>
                </a:r>
              </a:p>
              <a:p>
                <a:pPr marL="342900" indent="-342900">
                  <a:lnSpc>
                    <a:spcPct val="150000"/>
                  </a:lnSpc>
                  <a:buFont typeface="Wingdings" panose="05000000000000000000" pitchFamily="2" charset="2"/>
                  <a:buChar char="q"/>
                </a:pPr>
                <a:r>
                  <a:rPr lang="en-US" sz="1600" dirty="0">
                    <a:solidFill>
                      <a:srgbClr val="002060"/>
                    </a:solidFill>
                  </a:rPr>
                  <a:t>To determine the nearest neighbors, a distance measure (</a:t>
                </a:r>
                <a:r>
                  <a:rPr lang="en-US" sz="1600" dirty="0" err="1">
                    <a:solidFill>
                      <a:srgbClr val="002060"/>
                    </a:solidFill>
                  </a:rPr>
                  <a:t>Minkowski</a:t>
                </a:r>
                <a:r>
                  <a:rPr lang="en-US" sz="1600" dirty="0">
                    <a:solidFill>
                      <a:srgbClr val="002060"/>
                    </a:solidFill>
                  </a:rPr>
                  <a:t> distance) between </a:t>
                </a:r>
                <a:r>
                  <a:rPr lang="en-US" sz="1600" dirty="0">
                    <a:solidFill>
                      <a:srgbClr val="FF0000"/>
                    </a:solidFill>
                  </a:rPr>
                  <a:t>X</a:t>
                </a:r>
                <a:r>
                  <a:rPr lang="en-US" sz="1600" baseline="-25000" dirty="0">
                    <a:solidFill>
                      <a:srgbClr val="FF0000"/>
                    </a:solidFill>
                  </a:rPr>
                  <a:t>1 </a:t>
                </a:r>
                <a:r>
                  <a:rPr lang="en-US" sz="1600" dirty="0">
                    <a:solidFill>
                      <a:srgbClr val="FF0000"/>
                    </a:solidFill>
                  </a:rPr>
                  <a:t>= [</a:t>
                </a:r>
                <a14:m>
                  <m:oMath xmlns:m="http://schemas.openxmlformats.org/officeDocument/2006/math">
                    <m:sSubSup>
                      <m:sSubSupPr>
                        <m:ctrlPr>
                          <a:rPr lang="en-US" sz="1600" i="1" smtClean="0">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𝑥</m:t>
                        </m:r>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1</m:t>
                            </m:r>
                          </m:e>
                        </m:d>
                      </m:sup>
                    </m:sSubSup>
                    <m:r>
                      <a:rPr lang="en-US" sz="1600" b="0" i="1" smtClean="0">
                        <a:solidFill>
                          <a:srgbClr val="FF0000"/>
                        </a:solidFill>
                        <a:latin typeface="Cambria Math" panose="02040503050406030204" pitchFamily="18" charset="0"/>
                      </a:rPr>
                      <m:t>,</m:t>
                    </m:r>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𝑥</m:t>
                        </m:r>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2</m:t>
                            </m:r>
                          </m:e>
                        </m:d>
                      </m:sup>
                    </m:sSubSup>
                    <m:r>
                      <a:rPr lang="en-US" sz="1600" b="0" i="0" smtClean="0">
                        <a:solidFill>
                          <a:srgbClr val="FF0000"/>
                        </a:solidFill>
                        <a:latin typeface="Cambria Math" panose="02040503050406030204" pitchFamily="18" charset="0"/>
                      </a:rPr>
                      <m:t>, …,</m:t>
                    </m:r>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𝑥</m:t>
                        </m:r>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𝐷</m:t>
                            </m:r>
                          </m:e>
                        </m:d>
                      </m:sup>
                    </m:sSubSup>
                  </m:oMath>
                </a14:m>
                <a:r>
                  <a:rPr lang="en-US" sz="1600" dirty="0">
                    <a:solidFill>
                      <a:srgbClr val="FF0000"/>
                    </a:solidFill>
                  </a:rPr>
                  <a:t>]</a:t>
                </a:r>
                <a:r>
                  <a:rPr lang="en-US" sz="1600" dirty="0">
                    <a:solidFill>
                      <a:srgbClr val="002060"/>
                    </a:solidFill>
                  </a:rPr>
                  <a:t> and </a:t>
                </a:r>
                <a:r>
                  <a:rPr lang="en-US" sz="1600" dirty="0">
                    <a:solidFill>
                      <a:srgbClr val="FF0000"/>
                    </a:solidFill>
                  </a:rPr>
                  <a:t>X</a:t>
                </a:r>
                <a:r>
                  <a:rPr lang="en-US" sz="1600" baseline="-25000" dirty="0">
                    <a:solidFill>
                      <a:srgbClr val="FF0000"/>
                    </a:solidFill>
                  </a:rPr>
                  <a:t>2 </a:t>
                </a:r>
                <a:r>
                  <a:rPr lang="en-US" sz="1600" dirty="0">
                    <a:solidFill>
                      <a:srgbClr val="FF0000"/>
                    </a:solidFill>
                  </a:rPr>
                  <a:t>= [</a:t>
                </a:r>
                <a14:m>
                  <m:oMath xmlns:m="http://schemas.openxmlformats.org/officeDocument/2006/math">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𝑥</m:t>
                        </m:r>
                      </m:e>
                      <m:sub>
                        <m:r>
                          <a:rPr lang="en-US" sz="1600" b="0" i="1" smtClean="0">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1</m:t>
                            </m:r>
                          </m:e>
                        </m:d>
                      </m:sup>
                    </m:sSubSup>
                    <m:r>
                      <a:rPr lang="en-US" sz="1600" i="1">
                        <a:solidFill>
                          <a:srgbClr val="FF0000"/>
                        </a:solidFill>
                        <a:latin typeface="Cambria Math" panose="02040503050406030204" pitchFamily="18" charset="0"/>
                      </a:rPr>
                      <m:t>,</m:t>
                    </m:r>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𝑥</m:t>
                        </m:r>
                      </m:e>
                      <m:sub>
                        <m:r>
                          <a:rPr lang="en-US" sz="1600" b="0" i="1" smtClean="0">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2</m:t>
                            </m:r>
                          </m:e>
                        </m:d>
                      </m:sup>
                    </m:sSubSup>
                    <m:r>
                      <a:rPr lang="en-US" sz="1600">
                        <a:solidFill>
                          <a:srgbClr val="FF0000"/>
                        </a:solidFill>
                        <a:latin typeface="Cambria Math" panose="02040503050406030204" pitchFamily="18" charset="0"/>
                      </a:rPr>
                      <m:t>, …,</m:t>
                    </m:r>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𝑥</m:t>
                        </m:r>
                      </m:e>
                      <m:sub>
                        <m:r>
                          <a:rPr lang="en-US" sz="1600" b="0" i="1" smtClean="0">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𝐷</m:t>
                            </m:r>
                          </m:e>
                        </m:d>
                      </m:sup>
                    </m:sSubSup>
                  </m:oMath>
                </a14:m>
                <a:r>
                  <a:rPr lang="en-US" sz="1600" dirty="0">
                    <a:solidFill>
                      <a:srgbClr val="FF0000"/>
                    </a:solidFill>
                  </a:rPr>
                  <a:t>]</a:t>
                </a:r>
                <a:r>
                  <a:rPr lang="en-US" sz="1600" dirty="0">
                    <a:solidFill>
                      <a:srgbClr val="002060"/>
                    </a:solidFill>
                  </a:rPr>
                  <a:t> vectors in = D-dimensional space, is used:</a:t>
                </a:r>
              </a:p>
              <a:p>
                <a:pPr>
                  <a:lnSpc>
                    <a:spcPct val="150000"/>
                  </a:lnSpc>
                </a:pPr>
                <a:r>
                  <a:rPr lang="en-US" sz="1600" dirty="0">
                    <a:solidFill>
                      <a:srgbClr val="002060"/>
                    </a:solidFill>
                  </a:rPr>
                  <a:t>	p = 1 is the L-1 norm or the Manhattan distance</a:t>
                </a:r>
              </a:p>
              <a:p>
                <a:pPr>
                  <a:lnSpc>
                    <a:spcPct val="150000"/>
                  </a:lnSpc>
                </a:pPr>
                <a:r>
                  <a:rPr lang="en-US" sz="1600" dirty="0">
                    <a:solidFill>
                      <a:srgbClr val="002060"/>
                    </a:solidFill>
                  </a:rPr>
                  <a:t>	p = 2 is the L-2 norm or the Euclidean distance</a:t>
                </a:r>
              </a:p>
              <a:p>
                <a:pPr marL="342900" indent="-342900">
                  <a:lnSpc>
                    <a:spcPct val="150000"/>
                  </a:lnSpc>
                  <a:buFont typeface="Wingdings" panose="05000000000000000000" pitchFamily="2" charset="2"/>
                  <a:buChar char="q"/>
                </a:pPr>
                <a:r>
                  <a:rPr lang="en-US" sz="1600" dirty="0">
                    <a:solidFill>
                      <a:srgbClr val="002060"/>
                    </a:solidFill>
                  </a:rPr>
                  <a:t>Three searching approaches are offered: brute force, </a:t>
                </a:r>
                <a:r>
                  <a:rPr lang="en-US" sz="1600" dirty="0" err="1">
                    <a:solidFill>
                      <a:srgbClr val="002060"/>
                    </a:solidFill>
                  </a:rPr>
                  <a:t>KDTree</a:t>
                </a:r>
                <a:r>
                  <a:rPr lang="en-US" sz="1600" dirty="0">
                    <a:solidFill>
                      <a:srgbClr val="002060"/>
                    </a:solidFill>
                  </a:rPr>
                  <a:t>, and </a:t>
                </a:r>
                <a:r>
                  <a:rPr lang="en-US" sz="1600" dirty="0" err="1">
                    <a:solidFill>
                      <a:srgbClr val="002060"/>
                    </a:solidFill>
                  </a:rPr>
                  <a:t>BallTree</a:t>
                </a:r>
                <a:r>
                  <a:rPr lang="en-US" sz="1600" dirty="0">
                    <a:solidFill>
                      <a:srgbClr val="002060"/>
                    </a:solidFill>
                  </a:rPr>
                  <a:t>. The brute force approach is an exhaustive search approach, while </a:t>
                </a:r>
                <a:r>
                  <a:rPr lang="en-US" sz="1600" dirty="0" err="1">
                    <a:solidFill>
                      <a:srgbClr val="002060"/>
                    </a:solidFill>
                  </a:rPr>
                  <a:t>KDTree</a:t>
                </a:r>
                <a:r>
                  <a:rPr lang="en-US" sz="1600" dirty="0">
                    <a:solidFill>
                      <a:srgbClr val="002060"/>
                    </a:solidFill>
                  </a:rPr>
                  <a:t>, and </a:t>
                </a:r>
                <a:r>
                  <a:rPr lang="en-US" sz="1600" dirty="0" err="1">
                    <a:solidFill>
                      <a:srgbClr val="002060"/>
                    </a:solidFill>
                  </a:rPr>
                  <a:t>BallTree</a:t>
                </a:r>
                <a:r>
                  <a:rPr lang="en-US" sz="1600" dirty="0">
                    <a:solidFill>
                      <a:srgbClr val="002060"/>
                    </a:solidFill>
                  </a:rPr>
                  <a:t> are advanced tree search approaches are used to limit the searching space especially with large multi-dimensional data. Automatic selection of these approaches is an optional parameter.</a:t>
                </a:r>
              </a:p>
            </p:txBody>
          </p:sp>
        </mc:Choice>
        <mc:Fallback xmlns="">
          <p:sp>
            <p:nvSpPr>
              <p:cNvPr id="38" name="Rectangle 37">
                <a:extLst>
                  <a:ext uri="{FF2B5EF4-FFF2-40B4-BE49-F238E27FC236}">
                    <a16:creationId xmlns:a16="http://schemas.microsoft.com/office/drawing/2014/main" id="{1AB0D3E2-6F92-4A1D-9B85-E3579E2EDAFA}"/>
                  </a:ext>
                </a:extLst>
              </p:cNvPr>
              <p:cNvSpPr>
                <a:spLocks noRot="1" noChangeAspect="1" noMove="1" noResize="1" noEditPoints="1" noAdjustHandles="1" noChangeArrowheads="1" noChangeShapeType="1" noTextEdit="1"/>
              </p:cNvSpPr>
              <p:nvPr/>
            </p:nvSpPr>
            <p:spPr>
              <a:xfrm>
                <a:off x="247129" y="1079686"/>
                <a:ext cx="11794404" cy="3922099"/>
              </a:xfrm>
              <a:prstGeom prst="rect">
                <a:avLst/>
              </a:prstGeom>
              <a:blipFill>
                <a:blip r:embed="rId2"/>
                <a:stretch>
                  <a:fillRect l="-207" b="-9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1D207AE-5AB4-4785-97AF-D3FB437F3DC0}"/>
                  </a:ext>
                </a:extLst>
              </p:cNvPr>
              <p:cNvSpPr txBox="1"/>
              <p:nvPr/>
            </p:nvSpPr>
            <p:spPr>
              <a:xfrm>
                <a:off x="7006174" y="2869617"/>
                <a:ext cx="3737473" cy="7848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FF0000"/>
                          </a:solidFill>
                          <a:latin typeface="Cambria Math" panose="02040503050406030204" pitchFamily="18" charset="0"/>
                        </a:rPr>
                        <m:t>𝑑</m:t>
                      </m:r>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𝑋</m:t>
                              </m:r>
                            </m:e>
                            <m:sub>
                              <m:r>
                                <a:rPr lang="en-US" sz="1600" b="0" i="1" smtClean="0">
                                  <a:solidFill>
                                    <a:srgbClr val="FF0000"/>
                                  </a:solidFill>
                                  <a:latin typeface="Cambria Math" panose="02040503050406030204" pitchFamily="18" charset="0"/>
                                </a:rPr>
                                <m:t>1</m:t>
                              </m:r>
                            </m:sub>
                          </m:sSub>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 </m:t>
                              </m:r>
                              <m:r>
                                <a:rPr lang="en-US" sz="1600" b="0" i="1" smtClean="0">
                                  <a:solidFill>
                                    <a:srgbClr val="FF0000"/>
                                  </a:solidFill>
                                  <a:latin typeface="Cambria Math" panose="02040503050406030204" pitchFamily="18" charset="0"/>
                                </a:rPr>
                                <m:t>𝑋</m:t>
                              </m:r>
                            </m:e>
                            <m:sub>
                              <m:r>
                                <a:rPr lang="en-US" sz="1600" b="0" i="1" smtClean="0">
                                  <a:solidFill>
                                    <a:srgbClr val="FF0000"/>
                                  </a:solidFill>
                                  <a:latin typeface="Cambria Math" panose="02040503050406030204" pitchFamily="18" charset="0"/>
                                </a:rPr>
                                <m:t>2</m:t>
                              </m:r>
                            </m:sub>
                          </m:sSub>
                        </m:e>
                      </m:d>
                      <m:r>
                        <a:rPr lang="en-US" sz="1600" b="0" i="1" smtClean="0">
                          <a:solidFill>
                            <a:srgbClr val="FF0000"/>
                          </a:solidFill>
                          <a:latin typeface="Cambria Math" panose="02040503050406030204" pitchFamily="18" charset="0"/>
                        </a:rPr>
                        <m:t>= </m:t>
                      </m:r>
                      <m:sSup>
                        <m:sSupPr>
                          <m:ctrlPr>
                            <a:rPr lang="en-US" sz="1600" b="0" i="1" smtClean="0">
                              <a:solidFill>
                                <a:srgbClr val="FF0000"/>
                              </a:solidFill>
                              <a:latin typeface="Cambria Math" panose="02040503050406030204" pitchFamily="18" charset="0"/>
                            </a:rPr>
                          </m:ctrlPr>
                        </m:sSupPr>
                        <m:e>
                          <m:r>
                            <a:rPr lang="en-US" sz="1600" b="0" i="1" smtClean="0">
                              <a:solidFill>
                                <a:srgbClr val="FF0000"/>
                              </a:solidFill>
                              <a:latin typeface="Cambria Math" panose="02040503050406030204" pitchFamily="18" charset="0"/>
                            </a:rPr>
                            <m:t>(</m:t>
                          </m:r>
                          <m:nary>
                            <m:naryPr>
                              <m:chr m:val="∑"/>
                              <m:ctrlPr>
                                <a:rPr lang="en-US" sz="1600" i="1">
                                  <a:solidFill>
                                    <a:srgbClr val="FF0000"/>
                                  </a:solidFill>
                                  <a:latin typeface="Cambria Math" panose="02040503050406030204" pitchFamily="18" charset="0"/>
                                </a:rPr>
                              </m:ctrlPr>
                            </m:naryPr>
                            <m:sub>
                              <m:r>
                                <a:rPr lang="en-US" sz="1600" b="0" i="1" smtClean="0">
                                  <a:solidFill>
                                    <a:srgbClr val="FF0000"/>
                                  </a:solidFill>
                                  <a:latin typeface="Cambria Math" panose="02040503050406030204" pitchFamily="18" charset="0"/>
                                </a:rPr>
                                <m:t>𝑑</m:t>
                              </m:r>
                              <m:r>
                                <a:rPr lang="en-US" sz="1600" b="0" i="1" smtClean="0">
                                  <a:solidFill>
                                    <a:srgbClr val="FF0000"/>
                                  </a:solidFill>
                                  <a:latin typeface="Cambria Math" panose="02040503050406030204" pitchFamily="18" charset="0"/>
                                </a:rPr>
                                <m:t>=1</m:t>
                              </m:r>
                            </m:sub>
                            <m:sup>
                              <m:r>
                                <a:rPr lang="en-US" sz="1600" b="0" i="1" smtClean="0">
                                  <a:solidFill>
                                    <a:srgbClr val="FF0000"/>
                                  </a:solidFill>
                                  <a:latin typeface="Cambria Math" panose="02040503050406030204" pitchFamily="18" charset="0"/>
                                </a:rPr>
                                <m:t>𝐷</m:t>
                              </m:r>
                            </m:sup>
                            <m:e>
                              <m:sSup>
                                <m:sSupPr>
                                  <m:ctrlPr>
                                    <a:rPr lang="en-US" sz="1600" i="1">
                                      <a:solidFill>
                                        <a:srgbClr val="FF0000"/>
                                      </a:solidFill>
                                      <a:latin typeface="Cambria Math" panose="02040503050406030204" pitchFamily="18" charset="0"/>
                                    </a:rPr>
                                  </m:ctrlPr>
                                </m:sSup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m:t>
                                      </m:r>
                                      <m:r>
                                        <a:rPr lang="en-US" sz="1600" i="1">
                                          <a:solidFill>
                                            <a:srgbClr val="FF0000"/>
                                          </a:solidFill>
                                          <a:latin typeface="Cambria Math" panose="02040503050406030204" pitchFamily="18" charset="0"/>
                                        </a:rPr>
                                        <m:t>𝑥</m:t>
                                      </m:r>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𝑑</m:t>
                                          </m:r>
                                        </m:e>
                                      </m:d>
                                    </m:sup>
                                  </m:sSubSup>
                                  <m:r>
                                    <a:rPr lang="en-US" sz="1600" i="1">
                                      <a:solidFill>
                                        <a:srgbClr val="FF0000"/>
                                      </a:solidFill>
                                      <a:latin typeface="Cambria Math" panose="02040503050406030204" pitchFamily="18" charset="0"/>
                                    </a:rPr>
                                    <m:t>−</m:t>
                                  </m:r>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𝑥</m:t>
                                      </m:r>
                                    </m:e>
                                    <m:sub>
                                      <m:r>
                                        <a:rPr lang="en-US" sz="1600" i="1">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𝑑</m:t>
                                          </m:r>
                                        </m:e>
                                      </m:d>
                                    </m:sup>
                                  </m:sSubSup>
                                  <m:r>
                                    <a:rPr lang="en-US" sz="1600" i="1">
                                      <a:solidFill>
                                        <a:srgbClr val="FF0000"/>
                                      </a:solidFill>
                                      <a:latin typeface="Cambria Math" panose="02040503050406030204" pitchFamily="18" charset="0"/>
                                    </a:rPr>
                                    <m:t>|</m:t>
                                  </m:r>
                                </m:e>
                                <m:sup>
                                  <m:r>
                                    <a:rPr lang="en-US" sz="1600" i="1">
                                      <a:solidFill>
                                        <a:srgbClr val="FF0000"/>
                                      </a:solidFill>
                                      <a:latin typeface="Cambria Math" panose="02040503050406030204" pitchFamily="18" charset="0"/>
                                    </a:rPr>
                                    <m:t>𝑝</m:t>
                                  </m:r>
                                </m:sup>
                              </m:sSup>
                            </m:e>
                          </m:nary>
                          <m:r>
                            <a:rPr lang="en-US" sz="1600" b="0" i="1" smtClean="0">
                              <a:solidFill>
                                <a:srgbClr val="FF0000"/>
                              </a:solidFill>
                              <a:latin typeface="Cambria Math" panose="02040503050406030204" pitchFamily="18" charset="0"/>
                            </a:rPr>
                            <m:t>)</m:t>
                          </m:r>
                        </m:e>
                        <m:sup>
                          <m:r>
                            <a:rPr lang="en-US" sz="1600" b="0" i="1" smtClean="0">
                              <a:solidFill>
                                <a:srgbClr val="FF0000"/>
                              </a:solidFill>
                              <a:latin typeface="Cambria Math" panose="02040503050406030204" pitchFamily="18" charset="0"/>
                            </a:rPr>
                            <m:t>1/</m:t>
                          </m:r>
                          <m:r>
                            <a:rPr lang="en-US" sz="1600" b="0" i="1" smtClean="0">
                              <a:solidFill>
                                <a:srgbClr val="FF0000"/>
                              </a:solidFill>
                              <a:latin typeface="Cambria Math" panose="02040503050406030204" pitchFamily="18" charset="0"/>
                            </a:rPr>
                            <m:t>𝑝</m:t>
                          </m:r>
                        </m:sup>
                      </m:sSup>
                    </m:oMath>
                  </m:oMathPara>
                </a14:m>
                <a:endParaRPr lang="en-US" sz="1600" dirty="0">
                  <a:solidFill>
                    <a:srgbClr val="FF0000"/>
                  </a:solidFill>
                </a:endParaRPr>
              </a:p>
            </p:txBody>
          </p:sp>
        </mc:Choice>
        <mc:Fallback xmlns="">
          <p:sp>
            <p:nvSpPr>
              <p:cNvPr id="7" name="TextBox 6">
                <a:extLst>
                  <a:ext uri="{FF2B5EF4-FFF2-40B4-BE49-F238E27FC236}">
                    <a16:creationId xmlns:a16="http://schemas.microsoft.com/office/drawing/2014/main" id="{71D207AE-5AB4-4785-97AF-D3FB437F3DC0}"/>
                  </a:ext>
                </a:extLst>
              </p:cNvPr>
              <p:cNvSpPr txBox="1">
                <a:spLocks noRot="1" noChangeAspect="1" noMove="1" noResize="1" noEditPoints="1" noAdjustHandles="1" noChangeArrowheads="1" noChangeShapeType="1" noTextEdit="1"/>
              </p:cNvSpPr>
              <p:nvPr/>
            </p:nvSpPr>
            <p:spPr>
              <a:xfrm>
                <a:off x="7006174" y="2869617"/>
                <a:ext cx="3737473" cy="78489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1041210"/>
      </p:ext>
    </p:extLst>
  </p:cSld>
  <p:clrMapOvr>
    <a:masterClrMapping/>
  </p:clrMapOvr>
  <mc:AlternateContent xmlns:mc="http://schemas.openxmlformats.org/markup-compatibility/2006" xmlns:p14="http://schemas.microsoft.com/office/powerpoint/2010/main">
    <mc:Choice Requires="p14">
      <p:transition spd="slow" p14:dur="2000" advTm="370179"/>
    </mc:Choice>
    <mc:Fallback xmlns="">
      <p:transition spd="slow" advTm="37017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16" y="238760"/>
            <a:ext cx="11820817" cy="5871022"/>
          </a:xfrm>
          <a:solidFill>
            <a:schemeClr val="bg1"/>
          </a:solidFill>
          <a:ln>
            <a:solidFill>
              <a:schemeClr val="bg1"/>
            </a:solidFill>
          </a:ln>
        </p:spPr>
        <p:txBody>
          <a:bodyPr>
            <a:normAutofit/>
          </a:bodyPr>
          <a:lstStyle/>
          <a:p>
            <a:pPr algn="ctr">
              <a:lnSpc>
                <a:spcPct val="150000"/>
              </a:lnSpc>
            </a:pPr>
            <a:r>
              <a:rPr lang="en-US" sz="5400" b="1" dirty="0"/>
              <a:t>K-Nearest Neighbors Classifier</a:t>
            </a:r>
          </a:p>
        </p:txBody>
      </p:sp>
    </p:spTree>
    <p:extLst>
      <p:ext uri="{BB962C8B-B14F-4D97-AF65-F5344CB8AC3E}">
        <p14:creationId xmlns:p14="http://schemas.microsoft.com/office/powerpoint/2010/main" val="811670840"/>
      </p:ext>
    </p:extLst>
  </p:cSld>
  <p:clrMapOvr>
    <a:masterClrMapping/>
  </p:clrMapOvr>
  <mc:AlternateContent xmlns:mc="http://schemas.openxmlformats.org/markup-compatibility/2006" xmlns:p14="http://schemas.microsoft.com/office/powerpoint/2010/main">
    <mc:Choice Requires="p14">
      <p:transition spd="slow" p14:dur="2000" advTm="6836"/>
    </mc:Choice>
    <mc:Fallback xmlns="">
      <p:transition spd="slow" advTm="683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F883-9901-53A4-7D5A-AB2E9C06218E}"/>
              </a:ext>
            </a:extLst>
          </p:cNvPr>
          <p:cNvSpPr>
            <a:spLocks noGrp="1"/>
          </p:cNvSpPr>
          <p:nvPr>
            <p:ph type="title"/>
          </p:nvPr>
        </p:nvSpPr>
        <p:spPr/>
        <p:txBody>
          <a:bodyPr/>
          <a:lstStyle/>
          <a:p>
            <a:r>
              <a:rPr lang="en-US" b="1" dirty="0"/>
              <a:t>Basic Idea</a:t>
            </a:r>
          </a:p>
        </p:txBody>
      </p:sp>
      <p:sp>
        <p:nvSpPr>
          <p:cNvPr id="3" name="Content Placeholder 2">
            <a:extLst>
              <a:ext uri="{FF2B5EF4-FFF2-40B4-BE49-F238E27FC236}">
                <a16:creationId xmlns:a16="http://schemas.microsoft.com/office/drawing/2014/main" id="{DE349860-66E3-0DD5-0732-5B2A33B5CE71}"/>
              </a:ext>
            </a:extLst>
          </p:cNvPr>
          <p:cNvSpPr>
            <a:spLocks noGrp="1"/>
          </p:cNvSpPr>
          <p:nvPr>
            <p:ph idx="1"/>
          </p:nvPr>
        </p:nvSpPr>
        <p:spPr/>
        <p:txBody>
          <a:bodyPr/>
          <a:lstStyle/>
          <a:p>
            <a:pPr eaLnBrk="1" hangingPunct="1"/>
            <a:r>
              <a:rPr lang="en-US" altLang="en-US" i="1" dirty="0"/>
              <a:t>k</a:t>
            </a:r>
            <a:r>
              <a:rPr lang="en-US" altLang="en-US" dirty="0"/>
              <a:t>-NN classification rule is to assign to a test sample the majority category label of its </a:t>
            </a:r>
            <a:r>
              <a:rPr lang="en-US" altLang="en-US" i="1" dirty="0"/>
              <a:t>k</a:t>
            </a:r>
            <a:r>
              <a:rPr lang="en-US" altLang="en-US" dirty="0"/>
              <a:t> nearest training samples</a:t>
            </a:r>
          </a:p>
          <a:p>
            <a:pPr eaLnBrk="1" hangingPunct="1"/>
            <a:r>
              <a:rPr lang="en-US" altLang="en-US" dirty="0"/>
              <a:t>In practice, </a:t>
            </a:r>
            <a:r>
              <a:rPr lang="en-US" altLang="en-US" i="1" dirty="0"/>
              <a:t>k</a:t>
            </a:r>
            <a:r>
              <a:rPr lang="en-US" altLang="en-US" dirty="0"/>
              <a:t> is usually chosen to be odd, so as to avoid ties</a:t>
            </a:r>
          </a:p>
          <a:p>
            <a:pPr eaLnBrk="1" hangingPunct="1"/>
            <a:r>
              <a:rPr lang="en-US" altLang="en-US" dirty="0"/>
              <a:t>The </a:t>
            </a:r>
            <a:r>
              <a:rPr lang="en-US" altLang="en-US" i="1" dirty="0"/>
              <a:t>k</a:t>
            </a:r>
            <a:r>
              <a:rPr lang="en-US" altLang="en-US" dirty="0"/>
              <a:t> = 1 rule is generally called the nearest-neighbor classification rule</a:t>
            </a:r>
          </a:p>
          <a:p>
            <a:pPr marL="0" indent="0">
              <a:buNone/>
            </a:pPr>
            <a:endParaRPr lang="en-US" dirty="0"/>
          </a:p>
        </p:txBody>
      </p:sp>
      <p:sp>
        <p:nvSpPr>
          <p:cNvPr id="4" name="Slide Number Placeholder 3">
            <a:extLst>
              <a:ext uri="{FF2B5EF4-FFF2-40B4-BE49-F238E27FC236}">
                <a16:creationId xmlns:a16="http://schemas.microsoft.com/office/drawing/2014/main" id="{D10F0F0C-A45D-F3D9-FE2C-DED75DD55F5D}"/>
              </a:ext>
            </a:extLst>
          </p:cNvPr>
          <p:cNvSpPr>
            <a:spLocks noGrp="1"/>
          </p:cNvSpPr>
          <p:nvPr>
            <p:ph type="sldNum" sz="quarter" idx="12"/>
          </p:nvPr>
        </p:nvSpPr>
        <p:spPr/>
        <p:txBody>
          <a:bodyPr/>
          <a:lstStyle/>
          <a:p>
            <a:fld id="{8D85F329-02EE-4F4A-8B74-A22642379FE5}" type="slidenum">
              <a:rPr lang="en-US" smtClean="0"/>
              <a:t>6</a:t>
            </a:fld>
            <a:endParaRPr lang="en-US"/>
          </a:p>
        </p:txBody>
      </p:sp>
    </p:spTree>
    <p:extLst>
      <p:ext uri="{BB962C8B-B14F-4D97-AF65-F5344CB8AC3E}">
        <p14:creationId xmlns:p14="http://schemas.microsoft.com/office/powerpoint/2010/main" val="3917797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KNN Neighbor Classifier</a:t>
            </a:r>
          </a:p>
        </p:txBody>
      </p:sp>
      <p:sp>
        <p:nvSpPr>
          <p:cNvPr id="3" name="Rectangle 2">
            <a:extLst>
              <a:ext uri="{FF2B5EF4-FFF2-40B4-BE49-F238E27FC236}">
                <a16:creationId xmlns:a16="http://schemas.microsoft.com/office/drawing/2014/main" id="{9F1C8C33-F717-46B3-8219-5D00BE438C93}"/>
              </a:ext>
            </a:extLst>
          </p:cNvPr>
          <p:cNvSpPr/>
          <p:nvPr/>
        </p:nvSpPr>
        <p:spPr>
          <a:xfrm>
            <a:off x="228959" y="964024"/>
            <a:ext cx="11794404" cy="5021055"/>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2400" dirty="0">
                <a:solidFill>
                  <a:srgbClr val="002060"/>
                </a:solidFill>
              </a:rPr>
              <a:t>Basic Algorithm (brute force with uniform weights)</a:t>
            </a:r>
          </a:p>
          <a:p>
            <a:pPr marL="893277" lvl="1" indent="-342900">
              <a:lnSpc>
                <a:spcPct val="150000"/>
              </a:lnSpc>
              <a:buFont typeface="Wingdings" panose="05000000000000000000" pitchFamily="2" charset="2"/>
              <a:buChar char="ü"/>
            </a:pPr>
            <a:r>
              <a:rPr lang="en-US" sz="2400" dirty="0">
                <a:solidFill>
                  <a:srgbClr val="002060"/>
                </a:solidFill>
              </a:rPr>
              <a:t>Set the number of neighbors </a:t>
            </a:r>
            <a:r>
              <a:rPr lang="en-US" sz="2400" dirty="0">
                <a:solidFill>
                  <a:srgbClr val="FF0000"/>
                </a:solidFill>
              </a:rPr>
              <a:t>K</a:t>
            </a:r>
          </a:p>
          <a:p>
            <a:pPr marL="893277" lvl="1" indent="-342900">
              <a:lnSpc>
                <a:spcPct val="150000"/>
              </a:lnSpc>
              <a:buFont typeface="Wingdings" panose="05000000000000000000" pitchFamily="2" charset="2"/>
              <a:buChar char="ü"/>
            </a:pPr>
            <a:r>
              <a:rPr lang="en-US" sz="2400" dirty="0">
                <a:solidFill>
                  <a:srgbClr val="002060"/>
                </a:solidFill>
              </a:rPr>
              <a:t>For each query point </a:t>
            </a:r>
            <a:r>
              <a:rPr lang="en-US" sz="2400" dirty="0" err="1">
                <a:solidFill>
                  <a:srgbClr val="FF0000"/>
                </a:solidFill>
              </a:rPr>
              <a:t>x</a:t>
            </a:r>
            <a:r>
              <a:rPr lang="en-US" sz="2400" baseline="-25000" dirty="0" err="1">
                <a:solidFill>
                  <a:srgbClr val="FF0000"/>
                </a:solidFill>
              </a:rPr>
              <a:t>query</a:t>
            </a:r>
            <a:r>
              <a:rPr lang="en-US" sz="2400" dirty="0">
                <a:solidFill>
                  <a:srgbClr val="002060"/>
                </a:solidFill>
              </a:rPr>
              <a:t> find its distance, </a:t>
            </a:r>
            <a:r>
              <a:rPr lang="en-US" sz="2400" dirty="0">
                <a:solidFill>
                  <a:srgbClr val="FF0000"/>
                </a:solidFill>
              </a:rPr>
              <a:t>d</a:t>
            </a:r>
            <a:r>
              <a:rPr lang="en-US" sz="2400" baseline="-25000" dirty="0">
                <a:solidFill>
                  <a:srgbClr val="FF0000"/>
                </a:solidFill>
              </a:rPr>
              <a:t>i</a:t>
            </a:r>
            <a:r>
              <a:rPr lang="en-US" sz="2400" dirty="0">
                <a:solidFill>
                  <a:srgbClr val="002060"/>
                </a:solidFill>
              </a:rPr>
              <a:t>, (in the feature space) with each point </a:t>
            </a:r>
            <a:r>
              <a:rPr lang="en-US" sz="2400" dirty="0">
                <a:solidFill>
                  <a:srgbClr val="FF0000"/>
                </a:solidFill>
              </a:rPr>
              <a:t>x</a:t>
            </a:r>
            <a:r>
              <a:rPr lang="en-US" sz="2400" baseline="-25000" dirty="0">
                <a:solidFill>
                  <a:srgbClr val="FF0000"/>
                </a:solidFill>
              </a:rPr>
              <a:t>i</a:t>
            </a:r>
            <a:r>
              <a:rPr lang="en-US" sz="2400" dirty="0">
                <a:solidFill>
                  <a:srgbClr val="002060"/>
                </a:solidFill>
              </a:rPr>
              <a:t> in the training data (X = input, y = target labels) as:</a:t>
            </a:r>
          </a:p>
          <a:p>
            <a:pPr lvl="2">
              <a:lnSpc>
                <a:spcPct val="150000"/>
              </a:lnSpc>
            </a:pPr>
            <a:r>
              <a:rPr lang="en-US" sz="2400" dirty="0">
                <a:solidFill>
                  <a:srgbClr val="FF0000"/>
                </a:solidFill>
              </a:rPr>
              <a:t>						d</a:t>
            </a:r>
            <a:r>
              <a:rPr lang="en-US" sz="2400" baseline="-25000" dirty="0">
                <a:solidFill>
                  <a:srgbClr val="FF0000"/>
                </a:solidFill>
              </a:rPr>
              <a:t>i</a:t>
            </a:r>
            <a:r>
              <a:rPr lang="en-US" sz="2400" dirty="0">
                <a:solidFill>
                  <a:srgbClr val="FF0000"/>
                </a:solidFill>
              </a:rPr>
              <a:t> = distance(</a:t>
            </a:r>
            <a:r>
              <a:rPr lang="en-US" sz="2400" dirty="0" err="1">
                <a:solidFill>
                  <a:srgbClr val="FF0000"/>
                </a:solidFill>
              </a:rPr>
              <a:t>x</a:t>
            </a:r>
            <a:r>
              <a:rPr lang="en-US" sz="2400" baseline="-25000" dirty="0" err="1">
                <a:solidFill>
                  <a:srgbClr val="FF0000"/>
                </a:solidFill>
              </a:rPr>
              <a:t>query</a:t>
            </a:r>
            <a:r>
              <a:rPr lang="en-US" sz="2400" dirty="0">
                <a:solidFill>
                  <a:srgbClr val="FF0000"/>
                </a:solidFill>
              </a:rPr>
              <a:t> - x</a:t>
            </a:r>
            <a:r>
              <a:rPr lang="en-US" sz="2400" baseline="-25000" dirty="0">
                <a:solidFill>
                  <a:srgbClr val="FF0000"/>
                </a:solidFill>
              </a:rPr>
              <a:t>i</a:t>
            </a:r>
            <a:r>
              <a:rPr lang="en-US" sz="2400" dirty="0">
                <a:solidFill>
                  <a:srgbClr val="FF0000"/>
                </a:solidFill>
              </a:rPr>
              <a:t>)</a:t>
            </a:r>
          </a:p>
          <a:p>
            <a:pPr marL="893277" lvl="1" indent="-342900">
              <a:lnSpc>
                <a:spcPct val="150000"/>
              </a:lnSpc>
              <a:buFont typeface="Wingdings" panose="05000000000000000000" pitchFamily="2" charset="2"/>
              <a:buChar char="ü"/>
            </a:pPr>
            <a:r>
              <a:rPr lang="en-US" sz="2400" dirty="0">
                <a:solidFill>
                  <a:srgbClr val="002060"/>
                </a:solidFill>
              </a:rPr>
              <a:t>Sort d</a:t>
            </a:r>
            <a:r>
              <a:rPr lang="en-US" sz="2400" baseline="-25000" dirty="0">
                <a:solidFill>
                  <a:srgbClr val="002060"/>
                </a:solidFill>
              </a:rPr>
              <a:t>i</a:t>
            </a:r>
            <a:r>
              <a:rPr lang="en-US" sz="2400" dirty="0">
                <a:solidFill>
                  <a:srgbClr val="002060"/>
                </a:solidFill>
              </a:rPr>
              <a:t> in an ascending order, </a:t>
            </a:r>
            <a:r>
              <a:rPr lang="en-US" sz="2400" dirty="0" err="1">
                <a:solidFill>
                  <a:srgbClr val="FF0000"/>
                </a:solidFill>
              </a:rPr>
              <a:t>d</a:t>
            </a:r>
            <a:r>
              <a:rPr lang="en-US" sz="2400" baseline="-25000" dirty="0" err="1">
                <a:solidFill>
                  <a:srgbClr val="FF0000"/>
                </a:solidFill>
              </a:rPr>
              <a:t>sorted</a:t>
            </a:r>
            <a:r>
              <a:rPr lang="en-US" sz="2400" dirty="0">
                <a:solidFill>
                  <a:srgbClr val="002060"/>
                </a:solidFill>
              </a:rPr>
              <a:t>. Keep track of indices </a:t>
            </a:r>
            <a:r>
              <a:rPr lang="en-US" sz="2400" dirty="0" err="1">
                <a:solidFill>
                  <a:srgbClr val="002060"/>
                </a:solidFill>
              </a:rPr>
              <a:t>i</a:t>
            </a:r>
            <a:r>
              <a:rPr lang="en-US" sz="2400" dirty="0">
                <a:solidFill>
                  <a:srgbClr val="002060"/>
                </a:solidFill>
              </a:rPr>
              <a:t>. </a:t>
            </a:r>
          </a:p>
          <a:p>
            <a:pPr marL="893277" lvl="1" indent="-342900">
              <a:lnSpc>
                <a:spcPct val="150000"/>
              </a:lnSpc>
              <a:buFont typeface="Wingdings" panose="05000000000000000000" pitchFamily="2" charset="2"/>
              <a:buChar char="ü"/>
            </a:pPr>
            <a:r>
              <a:rPr lang="en-US" sz="2400" dirty="0">
                <a:solidFill>
                  <a:srgbClr val="002060"/>
                </a:solidFill>
              </a:rPr>
              <a:t>Find the points in training data that corresponds to the first </a:t>
            </a:r>
            <a:r>
              <a:rPr lang="en-US" sz="2400" dirty="0">
                <a:solidFill>
                  <a:srgbClr val="FF0000"/>
                </a:solidFill>
              </a:rPr>
              <a:t>K</a:t>
            </a:r>
            <a:r>
              <a:rPr lang="en-US" sz="2400" dirty="0">
                <a:solidFill>
                  <a:srgbClr val="002060"/>
                </a:solidFill>
              </a:rPr>
              <a:t> elements of </a:t>
            </a:r>
            <a:r>
              <a:rPr lang="en-US" sz="2400" dirty="0" err="1">
                <a:solidFill>
                  <a:srgbClr val="FF0000"/>
                </a:solidFill>
              </a:rPr>
              <a:t>d</a:t>
            </a:r>
            <a:r>
              <a:rPr lang="en-US" sz="2400" baseline="-25000" dirty="0" err="1">
                <a:solidFill>
                  <a:srgbClr val="FF0000"/>
                </a:solidFill>
              </a:rPr>
              <a:t>sorted</a:t>
            </a:r>
            <a:r>
              <a:rPr lang="en-US" sz="2400" baseline="-25000" dirty="0">
                <a:solidFill>
                  <a:srgbClr val="002060"/>
                </a:solidFill>
              </a:rPr>
              <a:t>,</a:t>
            </a:r>
            <a:r>
              <a:rPr lang="en-US" sz="2400" dirty="0">
                <a:solidFill>
                  <a:srgbClr val="002060"/>
                </a:solidFill>
              </a:rPr>
              <a:t> i.e., find sets </a:t>
            </a:r>
            <a:r>
              <a:rPr lang="en-US" sz="2400" dirty="0">
                <a:solidFill>
                  <a:srgbClr val="FF0000"/>
                </a:solidFill>
              </a:rPr>
              <a:t>I</a:t>
            </a:r>
            <a:r>
              <a:rPr lang="en-US" sz="2400" baseline="-25000" dirty="0">
                <a:solidFill>
                  <a:srgbClr val="FF0000"/>
                </a:solidFill>
              </a:rPr>
              <a:t>K</a:t>
            </a:r>
            <a:r>
              <a:rPr lang="en-US" sz="2400" dirty="0">
                <a:solidFill>
                  <a:srgbClr val="FF0000"/>
                </a:solidFill>
              </a:rPr>
              <a:t> = {</a:t>
            </a:r>
            <a:r>
              <a:rPr lang="en-US" sz="2400" dirty="0" err="1">
                <a:solidFill>
                  <a:srgbClr val="FF0000"/>
                </a:solidFill>
              </a:rPr>
              <a:t>i</a:t>
            </a:r>
            <a:r>
              <a:rPr lang="en-US" sz="2400" dirty="0">
                <a:solidFill>
                  <a:srgbClr val="FF0000"/>
                </a:solidFill>
              </a:rPr>
              <a:t>| d</a:t>
            </a:r>
            <a:r>
              <a:rPr lang="en-US" sz="2400" baseline="-25000" dirty="0">
                <a:solidFill>
                  <a:srgbClr val="FF0000"/>
                </a:solidFill>
              </a:rPr>
              <a:t>i</a:t>
            </a:r>
            <a:r>
              <a:rPr lang="en-US" sz="2400" dirty="0">
                <a:solidFill>
                  <a:srgbClr val="FF0000"/>
                </a:solidFill>
              </a:rPr>
              <a:t> </a:t>
            </a:r>
            <a:r>
              <a:rPr lang="en-US" sz="2400" dirty="0">
                <a:solidFill>
                  <a:srgbClr val="FF0000"/>
                </a:solidFill>
                <a:sym typeface="Symbol" panose="05050102010706020507" pitchFamily="18" charset="2"/>
              </a:rPr>
              <a:t> </a:t>
            </a:r>
            <a:r>
              <a:rPr lang="en-US" sz="2400" dirty="0" err="1">
                <a:solidFill>
                  <a:srgbClr val="FF0000"/>
                </a:solidFill>
              </a:rPr>
              <a:t>d</a:t>
            </a:r>
            <a:r>
              <a:rPr lang="en-US" sz="2400" baseline="-25000" dirty="0" err="1">
                <a:solidFill>
                  <a:srgbClr val="FF0000"/>
                </a:solidFill>
              </a:rPr>
              <a:t>sorted</a:t>
            </a:r>
            <a:r>
              <a:rPr lang="en-US" sz="2400" dirty="0">
                <a:solidFill>
                  <a:srgbClr val="FF0000"/>
                </a:solidFill>
              </a:rPr>
              <a:t>(1, 2, … K )}, S</a:t>
            </a:r>
            <a:r>
              <a:rPr lang="en-US" sz="2400" baseline="-25000" dirty="0">
                <a:solidFill>
                  <a:srgbClr val="FF0000"/>
                </a:solidFill>
              </a:rPr>
              <a:t>K</a:t>
            </a:r>
            <a:r>
              <a:rPr lang="en-US" sz="2400" dirty="0">
                <a:solidFill>
                  <a:srgbClr val="FF0000"/>
                </a:solidFill>
              </a:rPr>
              <a:t> = {</a:t>
            </a:r>
            <a:r>
              <a:rPr lang="en-US" sz="2400" dirty="0" err="1">
                <a:solidFill>
                  <a:srgbClr val="FF0000"/>
                </a:solidFill>
              </a:rPr>
              <a:t>y</a:t>
            </a:r>
            <a:r>
              <a:rPr lang="en-US" sz="2400" baseline="-25000" dirty="0" err="1">
                <a:solidFill>
                  <a:srgbClr val="FF0000"/>
                </a:solidFill>
              </a:rPr>
              <a:t>i</a:t>
            </a:r>
            <a:r>
              <a:rPr lang="en-US" sz="2400" dirty="0">
                <a:solidFill>
                  <a:srgbClr val="FF0000"/>
                </a:solidFill>
              </a:rPr>
              <a:t> | </a:t>
            </a:r>
            <a:r>
              <a:rPr lang="en-US" sz="2400" dirty="0" err="1">
                <a:solidFill>
                  <a:srgbClr val="FF0000"/>
                </a:solidFill>
              </a:rPr>
              <a:t>i</a:t>
            </a:r>
            <a:r>
              <a:rPr lang="en-US" sz="2400" dirty="0">
                <a:solidFill>
                  <a:srgbClr val="FF0000"/>
                </a:solidFill>
              </a:rPr>
              <a:t> </a:t>
            </a:r>
            <a:r>
              <a:rPr lang="en-US" sz="2400" dirty="0">
                <a:solidFill>
                  <a:srgbClr val="FF0000"/>
                </a:solidFill>
                <a:sym typeface="Symbol" panose="05050102010706020507" pitchFamily="18" charset="2"/>
              </a:rPr>
              <a:t> </a:t>
            </a:r>
            <a:r>
              <a:rPr lang="en-US" sz="2400" dirty="0" err="1">
                <a:solidFill>
                  <a:srgbClr val="FF0000"/>
                </a:solidFill>
                <a:sym typeface="Symbol" panose="05050102010706020507" pitchFamily="18" charset="2"/>
              </a:rPr>
              <a:t>I</a:t>
            </a:r>
            <a:r>
              <a:rPr lang="en-US" sz="2400" baseline="-25000" dirty="0" err="1">
                <a:solidFill>
                  <a:srgbClr val="FF0000"/>
                </a:solidFill>
                <a:sym typeface="Symbol" panose="05050102010706020507" pitchFamily="18" charset="2"/>
              </a:rPr>
              <a:t>k</a:t>
            </a:r>
            <a:r>
              <a:rPr lang="en-US" sz="2400" dirty="0">
                <a:solidFill>
                  <a:srgbClr val="FF0000"/>
                </a:solidFill>
              </a:rPr>
              <a:t>}.</a:t>
            </a:r>
          </a:p>
          <a:p>
            <a:pPr marL="893277" lvl="1" indent="-342900">
              <a:lnSpc>
                <a:spcPct val="150000"/>
              </a:lnSpc>
              <a:buFont typeface="Wingdings" panose="05000000000000000000" pitchFamily="2" charset="2"/>
              <a:buChar char="ü"/>
            </a:pPr>
            <a:r>
              <a:rPr lang="en-US" sz="2400" dirty="0">
                <a:solidFill>
                  <a:srgbClr val="002060"/>
                </a:solidFill>
              </a:rPr>
              <a:t> find </a:t>
            </a:r>
            <a:r>
              <a:rPr lang="en-US" sz="2400" dirty="0" err="1">
                <a:solidFill>
                  <a:srgbClr val="FF0000"/>
                </a:solidFill>
              </a:rPr>
              <a:t>y</a:t>
            </a:r>
            <a:r>
              <a:rPr lang="en-US" sz="2400" baseline="-25000" dirty="0" err="1">
                <a:solidFill>
                  <a:srgbClr val="FF0000"/>
                </a:solidFill>
              </a:rPr>
              <a:t>predicted</a:t>
            </a:r>
            <a:r>
              <a:rPr lang="en-US" sz="2400" baseline="-25000" dirty="0">
                <a:solidFill>
                  <a:srgbClr val="FF0000"/>
                </a:solidFill>
              </a:rPr>
              <a:t> </a:t>
            </a:r>
            <a:r>
              <a:rPr lang="en-US" sz="2400" dirty="0">
                <a:solidFill>
                  <a:srgbClr val="FF0000"/>
                </a:solidFill>
              </a:rPr>
              <a:t>= mode(S</a:t>
            </a:r>
            <a:r>
              <a:rPr lang="en-US" sz="2400" baseline="-25000" dirty="0">
                <a:solidFill>
                  <a:srgbClr val="FF0000"/>
                </a:solidFill>
              </a:rPr>
              <a:t>K</a:t>
            </a:r>
            <a:r>
              <a:rPr lang="en-US" sz="2400" dirty="0">
                <a:solidFill>
                  <a:srgbClr val="FF0000"/>
                </a:solidFill>
              </a:rPr>
              <a:t>); the most frequent label/class.</a:t>
            </a:r>
          </a:p>
        </p:txBody>
      </p:sp>
    </p:spTree>
    <p:extLst>
      <p:ext uri="{BB962C8B-B14F-4D97-AF65-F5344CB8AC3E}">
        <p14:creationId xmlns:p14="http://schemas.microsoft.com/office/powerpoint/2010/main" val="3908576238"/>
      </p:ext>
    </p:extLst>
  </p:cSld>
  <p:clrMapOvr>
    <a:masterClrMapping/>
  </p:clrMapOvr>
  <mc:AlternateContent xmlns:mc="http://schemas.openxmlformats.org/markup-compatibility/2006" xmlns:p14="http://schemas.microsoft.com/office/powerpoint/2010/main">
    <mc:Choice Requires="p14">
      <p:transition spd="slow" p14:dur="2000" advTm="442354"/>
    </mc:Choice>
    <mc:Fallback xmlns="">
      <p:transition spd="slow" advTm="44235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Data Generation for Classifiers</a:t>
            </a:r>
          </a:p>
        </p:txBody>
      </p:sp>
      <p:sp>
        <p:nvSpPr>
          <p:cNvPr id="5" name="TextBox 4">
            <a:extLst>
              <a:ext uri="{FF2B5EF4-FFF2-40B4-BE49-F238E27FC236}">
                <a16:creationId xmlns:a16="http://schemas.microsoft.com/office/drawing/2014/main" id="{EEE34CF8-869B-44CB-BD0D-D736AB81DE60}"/>
              </a:ext>
            </a:extLst>
          </p:cNvPr>
          <p:cNvSpPr txBox="1"/>
          <p:nvPr/>
        </p:nvSpPr>
        <p:spPr>
          <a:xfrm>
            <a:off x="132152" y="984597"/>
            <a:ext cx="5154681" cy="425822"/>
          </a:xfrm>
          <a:prstGeom prst="rect">
            <a:avLst/>
          </a:prstGeom>
          <a:noFill/>
        </p:spPr>
        <p:txBody>
          <a:bodyPr wrap="none" rtlCol="0">
            <a:spAutoFit/>
          </a:bodyPr>
          <a:lstStyle/>
          <a:p>
            <a:r>
              <a:rPr lang="en-US" b="1" dirty="0">
                <a:solidFill>
                  <a:srgbClr val="FF0000"/>
                </a:solidFill>
              </a:rPr>
              <a:t>Using </a:t>
            </a:r>
            <a:r>
              <a:rPr lang="en-US" b="1" dirty="0" err="1">
                <a:solidFill>
                  <a:srgbClr val="FF0000"/>
                </a:solidFill>
              </a:rPr>
              <a:t>sklearn.metrics.make_classification</a:t>
            </a:r>
            <a:r>
              <a:rPr lang="en-US" b="1" dirty="0">
                <a:solidFill>
                  <a:srgbClr val="FF0000"/>
                </a:solidFill>
              </a:rPr>
              <a:t>()</a:t>
            </a:r>
          </a:p>
        </p:txBody>
      </p:sp>
      <p:sp>
        <p:nvSpPr>
          <p:cNvPr id="7" name="TextBox 6">
            <a:extLst>
              <a:ext uri="{FF2B5EF4-FFF2-40B4-BE49-F238E27FC236}">
                <a16:creationId xmlns:a16="http://schemas.microsoft.com/office/drawing/2014/main" id="{5524ACC9-C817-40B6-BEBE-B7B0CFDA33DC}"/>
              </a:ext>
            </a:extLst>
          </p:cNvPr>
          <p:cNvSpPr txBox="1"/>
          <p:nvPr/>
        </p:nvSpPr>
        <p:spPr>
          <a:xfrm>
            <a:off x="9764775" y="3096130"/>
            <a:ext cx="2282140" cy="830997"/>
          </a:xfrm>
          <a:prstGeom prst="rect">
            <a:avLst/>
          </a:prstGeom>
          <a:noFill/>
        </p:spPr>
        <p:txBody>
          <a:bodyPr wrap="square" rtlCol="0">
            <a:spAutoFit/>
          </a:bodyPr>
          <a:lstStyle/>
          <a:p>
            <a:pPr marL="285750" indent="-285750">
              <a:buFont typeface="Wingdings" panose="05000000000000000000" pitchFamily="2" charset="2"/>
              <a:buChar char="v"/>
            </a:pPr>
            <a:r>
              <a:rPr lang="en-US" sz="1600" dirty="0">
                <a:solidFill>
                  <a:srgbClr val="FF0000"/>
                </a:solidFill>
              </a:rPr>
              <a:t>(X, y</a:t>
            </a:r>
            <a:r>
              <a:rPr lang="en-US" sz="1600">
                <a:solidFill>
                  <a:srgbClr val="FF0000"/>
                </a:solidFill>
              </a:rPr>
              <a:t>) 100 </a:t>
            </a:r>
            <a:r>
              <a:rPr lang="en-US" sz="1600" dirty="0">
                <a:solidFill>
                  <a:srgbClr val="FF0000"/>
                </a:solidFill>
              </a:rPr>
              <a:t>samples of input data and corresponding labels </a:t>
            </a:r>
          </a:p>
        </p:txBody>
      </p:sp>
      <p:sp>
        <p:nvSpPr>
          <p:cNvPr id="8" name="TextBox 7">
            <a:extLst>
              <a:ext uri="{FF2B5EF4-FFF2-40B4-BE49-F238E27FC236}">
                <a16:creationId xmlns:a16="http://schemas.microsoft.com/office/drawing/2014/main" id="{4E474249-9D66-4E9B-8ECD-B80EF770A392}"/>
              </a:ext>
            </a:extLst>
          </p:cNvPr>
          <p:cNvSpPr txBox="1"/>
          <p:nvPr/>
        </p:nvSpPr>
        <p:spPr>
          <a:xfrm>
            <a:off x="9764775" y="3989333"/>
            <a:ext cx="2487550"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a:solidFill>
                  <a:srgbClr val="FF0000"/>
                </a:solidFill>
              </a:rPr>
              <a:t>2 features and 2 classes</a:t>
            </a:r>
          </a:p>
        </p:txBody>
      </p:sp>
      <p:sp>
        <p:nvSpPr>
          <p:cNvPr id="9" name="TextBox 8">
            <a:extLst>
              <a:ext uri="{FF2B5EF4-FFF2-40B4-BE49-F238E27FC236}">
                <a16:creationId xmlns:a16="http://schemas.microsoft.com/office/drawing/2014/main" id="{06085762-D5BB-4771-A866-FC702266A26D}"/>
              </a:ext>
            </a:extLst>
          </p:cNvPr>
          <p:cNvSpPr txBox="1"/>
          <p:nvPr/>
        </p:nvSpPr>
        <p:spPr>
          <a:xfrm>
            <a:off x="193657" y="5105573"/>
            <a:ext cx="9191828"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a:solidFill>
                  <a:srgbClr val="FF0000"/>
                </a:solidFill>
              </a:rPr>
              <a:t>(</a:t>
            </a:r>
            <a:r>
              <a:rPr lang="en-US" sz="1600" dirty="0" err="1">
                <a:solidFill>
                  <a:srgbClr val="FF0000"/>
                </a:solidFill>
              </a:rPr>
              <a:t>X_test</a:t>
            </a:r>
            <a:r>
              <a:rPr lang="en-US" sz="1600" dirty="0">
                <a:solidFill>
                  <a:srgbClr val="FF0000"/>
                </a:solidFill>
              </a:rPr>
              <a:t>, </a:t>
            </a:r>
            <a:r>
              <a:rPr lang="en-US" sz="1600" dirty="0" err="1">
                <a:solidFill>
                  <a:srgbClr val="FF0000"/>
                </a:solidFill>
              </a:rPr>
              <a:t>y_test</a:t>
            </a:r>
            <a:r>
              <a:rPr lang="en-US" sz="1600" dirty="0">
                <a:solidFill>
                  <a:srgbClr val="FF0000"/>
                </a:solidFill>
              </a:rPr>
              <a:t>) is 20% of (X, y) data, (</a:t>
            </a:r>
            <a:r>
              <a:rPr lang="en-US" sz="1600" dirty="0" err="1">
                <a:solidFill>
                  <a:srgbClr val="FF0000"/>
                </a:solidFill>
              </a:rPr>
              <a:t>X_train_validation</a:t>
            </a:r>
            <a:r>
              <a:rPr lang="en-US" sz="1600" dirty="0">
                <a:solidFill>
                  <a:srgbClr val="FF0000"/>
                </a:solidFill>
              </a:rPr>
              <a:t>, </a:t>
            </a:r>
            <a:r>
              <a:rPr lang="en-US" sz="1600" dirty="0" err="1">
                <a:solidFill>
                  <a:srgbClr val="FF0000"/>
                </a:solidFill>
              </a:rPr>
              <a:t>y_train_validation</a:t>
            </a:r>
            <a:r>
              <a:rPr lang="en-US" sz="1600" dirty="0">
                <a:solidFill>
                  <a:srgbClr val="FF0000"/>
                </a:solidFill>
              </a:rPr>
              <a:t>) 80% of (X, y) data</a:t>
            </a:r>
          </a:p>
        </p:txBody>
      </p:sp>
      <p:sp>
        <p:nvSpPr>
          <p:cNvPr id="12" name="TextBox 11">
            <a:extLst>
              <a:ext uri="{FF2B5EF4-FFF2-40B4-BE49-F238E27FC236}">
                <a16:creationId xmlns:a16="http://schemas.microsoft.com/office/drawing/2014/main" id="{22AEA958-59C2-4174-B6B7-5598AD8970ED}"/>
              </a:ext>
            </a:extLst>
          </p:cNvPr>
          <p:cNvSpPr txBox="1"/>
          <p:nvPr/>
        </p:nvSpPr>
        <p:spPr>
          <a:xfrm>
            <a:off x="210790" y="5368826"/>
            <a:ext cx="9838374" cy="584775"/>
          </a:xfrm>
          <a:prstGeom prst="rect">
            <a:avLst/>
          </a:prstGeom>
          <a:noFill/>
        </p:spPr>
        <p:txBody>
          <a:bodyPr wrap="square" rtlCol="0">
            <a:spAutoFit/>
          </a:bodyPr>
          <a:lstStyle/>
          <a:p>
            <a:pPr marL="285750" indent="-285750">
              <a:buFont typeface="Wingdings" panose="05000000000000000000" pitchFamily="2" charset="2"/>
              <a:buChar char="v"/>
            </a:pPr>
            <a:r>
              <a:rPr lang="en-US" sz="1600" dirty="0">
                <a:solidFill>
                  <a:srgbClr val="FF0000"/>
                </a:solidFill>
              </a:rPr>
              <a:t>(</a:t>
            </a:r>
            <a:r>
              <a:rPr lang="en-US" sz="1600" dirty="0" err="1">
                <a:solidFill>
                  <a:srgbClr val="FF0000"/>
                </a:solidFill>
              </a:rPr>
              <a:t>X_validation</a:t>
            </a:r>
            <a:r>
              <a:rPr lang="en-US" sz="1600" dirty="0">
                <a:solidFill>
                  <a:srgbClr val="FF0000"/>
                </a:solidFill>
              </a:rPr>
              <a:t>, </a:t>
            </a:r>
            <a:r>
              <a:rPr lang="en-US" sz="1600" dirty="0" err="1">
                <a:solidFill>
                  <a:srgbClr val="FF0000"/>
                </a:solidFill>
              </a:rPr>
              <a:t>y_validation</a:t>
            </a:r>
            <a:r>
              <a:rPr lang="en-US" sz="1600" dirty="0">
                <a:solidFill>
                  <a:srgbClr val="FF0000"/>
                </a:solidFill>
              </a:rPr>
              <a:t>) is 20% of (</a:t>
            </a:r>
            <a:r>
              <a:rPr lang="en-US" sz="1600" dirty="0" err="1">
                <a:solidFill>
                  <a:srgbClr val="FF0000"/>
                </a:solidFill>
              </a:rPr>
              <a:t>X_train_validation</a:t>
            </a:r>
            <a:r>
              <a:rPr lang="en-US" sz="1600" dirty="0">
                <a:solidFill>
                  <a:srgbClr val="FF0000"/>
                </a:solidFill>
              </a:rPr>
              <a:t>, </a:t>
            </a:r>
            <a:r>
              <a:rPr lang="en-US" sz="1600" dirty="0" err="1">
                <a:solidFill>
                  <a:srgbClr val="FF0000"/>
                </a:solidFill>
              </a:rPr>
              <a:t>y_train_validation</a:t>
            </a:r>
            <a:r>
              <a:rPr lang="en-US" sz="1600" dirty="0">
                <a:solidFill>
                  <a:srgbClr val="FF0000"/>
                </a:solidFill>
              </a:rPr>
              <a:t>),</a:t>
            </a:r>
          </a:p>
          <a:p>
            <a:pPr marL="285750" indent="-285750">
              <a:buFont typeface="Wingdings" panose="05000000000000000000" pitchFamily="2" charset="2"/>
              <a:buChar char="v"/>
            </a:pPr>
            <a:r>
              <a:rPr lang="en-US" sz="1600" dirty="0">
                <a:solidFill>
                  <a:srgbClr val="FF0000"/>
                </a:solidFill>
              </a:rPr>
              <a:t>(</a:t>
            </a:r>
            <a:r>
              <a:rPr lang="en-US" sz="1600" dirty="0" err="1">
                <a:solidFill>
                  <a:srgbClr val="FF0000"/>
                </a:solidFill>
              </a:rPr>
              <a:t>X_train</a:t>
            </a:r>
            <a:r>
              <a:rPr lang="en-US" sz="1600" dirty="0">
                <a:solidFill>
                  <a:srgbClr val="FF0000"/>
                </a:solidFill>
              </a:rPr>
              <a:t>, </a:t>
            </a:r>
            <a:r>
              <a:rPr lang="en-US" sz="1600" dirty="0" err="1">
                <a:solidFill>
                  <a:srgbClr val="FF0000"/>
                </a:solidFill>
              </a:rPr>
              <a:t>y_train</a:t>
            </a:r>
            <a:r>
              <a:rPr lang="en-US" sz="1600" dirty="0">
                <a:solidFill>
                  <a:srgbClr val="FF0000"/>
                </a:solidFill>
              </a:rPr>
              <a:t>) is 80% of (</a:t>
            </a:r>
            <a:r>
              <a:rPr lang="en-US" sz="1600" dirty="0" err="1">
                <a:solidFill>
                  <a:srgbClr val="FF0000"/>
                </a:solidFill>
              </a:rPr>
              <a:t>X_train_validation</a:t>
            </a:r>
            <a:r>
              <a:rPr lang="en-US" sz="1600" dirty="0">
                <a:solidFill>
                  <a:srgbClr val="FF0000"/>
                </a:solidFill>
              </a:rPr>
              <a:t>, </a:t>
            </a:r>
            <a:r>
              <a:rPr lang="en-US" sz="1600" dirty="0" err="1">
                <a:solidFill>
                  <a:srgbClr val="FF0000"/>
                </a:solidFill>
              </a:rPr>
              <a:t>y_train_validation</a:t>
            </a:r>
            <a:r>
              <a:rPr lang="en-US" sz="1600" dirty="0">
                <a:solidFill>
                  <a:srgbClr val="FF0000"/>
                </a:solidFill>
              </a:rPr>
              <a:t>),</a:t>
            </a:r>
          </a:p>
        </p:txBody>
      </p:sp>
      <p:pic>
        <p:nvPicPr>
          <p:cNvPr id="16" name="Picture 15">
            <a:extLst>
              <a:ext uri="{FF2B5EF4-FFF2-40B4-BE49-F238E27FC236}">
                <a16:creationId xmlns:a16="http://schemas.microsoft.com/office/drawing/2014/main" id="{D902AEBB-7536-3DB0-F018-85E8C513A22D}"/>
              </a:ext>
            </a:extLst>
          </p:cNvPr>
          <p:cNvPicPr>
            <a:picLocks noChangeAspect="1"/>
          </p:cNvPicPr>
          <p:nvPr/>
        </p:nvPicPr>
        <p:blipFill>
          <a:blip r:embed="rId2"/>
          <a:stretch>
            <a:fillRect/>
          </a:stretch>
        </p:blipFill>
        <p:spPr>
          <a:xfrm>
            <a:off x="215998" y="1605408"/>
            <a:ext cx="9296400" cy="3305175"/>
          </a:xfrm>
          <a:prstGeom prst="rect">
            <a:avLst/>
          </a:prstGeom>
        </p:spPr>
      </p:pic>
    </p:spTree>
    <p:extLst>
      <p:ext uri="{BB962C8B-B14F-4D97-AF65-F5344CB8AC3E}">
        <p14:creationId xmlns:p14="http://schemas.microsoft.com/office/powerpoint/2010/main" val="13212548"/>
      </p:ext>
    </p:extLst>
  </p:cSld>
  <p:clrMapOvr>
    <a:masterClrMapping/>
  </p:clrMapOvr>
  <mc:AlternateContent xmlns:mc="http://schemas.openxmlformats.org/markup-compatibility/2006" xmlns:p14="http://schemas.microsoft.com/office/powerpoint/2010/main">
    <mc:Choice Requires="p14">
      <p:transition spd="slow" p14:dur="2000" advTm="239227"/>
    </mc:Choice>
    <mc:Fallback xmlns="">
      <p:transition spd="slow" advTm="23922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Data Generation for Classifiers</a:t>
            </a:r>
          </a:p>
        </p:txBody>
      </p:sp>
      <p:cxnSp>
        <p:nvCxnSpPr>
          <p:cNvPr id="22" name="Straight Arrow Connector 21">
            <a:extLst>
              <a:ext uri="{FF2B5EF4-FFF2-40B4-BE49-F238E27FC236}">
                <a16:creationId xmlns:a16="http://schemas.microsoft.com/office/drawing/2014/main" id="{C0DB0E89-CD75-40B4-BE02-4DF9152C2D81}"/>
              </a:ext>
            </a:extLst>
          </p:cNvPr>
          <p:cNvCxnSpPr>
            <a:cxnSpLocks/>
          </p:cNvCxnSpPr>
          <p:nvPr/>
        </p:nvCxnSpPr>
        <p:spPr>
          <a:xfrm flipH="1">
            <a:off x="3624549" y="1773716"/>
            <a:ext cx="870333" cy="187286"/>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67871C0-3AF7-4EC1-AD5B-548E78796982}"/>
              </a:ext>
            </a:extLst>
          </p:cNvPr>
          <p:cNvSpPr txBox="1"/>
          <p:nvPr/>
        </p:nvSpPr>
        <p:spPr>
          <a:xfrm>
            <a:off x="3964704" y="1347894"/>
            <a:ext cx="1060355" cy="425822"/>
          </a:xfrm>
          <a:prstGeom prst="rect">
            <a:avLst/>
          </a:prstGeom>
          <a:noFill/>
        </p:spPr>
        <p:txBody>
          <a:bodyPr wrap="none" rtlCol="0">
            <a:spAutoFit/>
          </a:bodyPr>
          <a:lstStyle/>
          <a:p>
            <a:r>
              <a:rPr lang="en-US" dirty="0">
                <a:solidFill>
                  <a:srgbClr val="FF0000"/>
                </a:solidFill>
              </a:rPr>
              <a:t>All Data</a:t>
            </a:r>
          </a:p>
        </p:txBody>
      </p:sp>
      <p:cxnSp>
        <p:nvCxnSpPr>
          <p:cNvPr id="26" name="Straight Arrow Connector 25">
            <a:extLst>
              <a:ext uri="{FF2B5EF4-FFF2-40B4-BE49-F238E27FC236}">
                <a16:creationId xmlns:a16="http://schemas.microsoft.com/office/drawing/2014/main" id="{EA802252-7058-4727-A810-C4A69E20D65D}"/>
              </a:ext>
            </a:extLst>
          </p:cNvPr>
          <p:cNvCxnSpPr>
            <a:cxnSpLocks/>
          </p:cNvCxnSpPr>
          <p:nvPr/>
        </p:nvCxnSpPr>
        <p:spPr>
          <a:xfrm flipH="1">
            <a:off x="3674950" y="3649474"/>
            <a:ext cx="819931" cy="339747"/>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D435FA8-A263-41A7-A2BB-5AC16D1CE076}"/>
              </a:ext>
            </a:extLst>
          </p:cNvPr>
          <p:cNvSpPr txBox="1"/>
          <p:nvPr/>
        </p:nvSpPr>
        <p:spPr>
          <a:xfrm>
            <a:off x="3658967" y="3174826"/>
            <a:ext cx="1664174" cy="425822"/>
          </a:xfrm>
          <a:prstGeom prst="rect">
            <a:avLst/>
          </a:prstGeom>
          <a:noFill/>
        </p:spPr>
        <p:txBody>
          <a:bodyPr wrap="none" rtlCol="0">
            <a:spAutoFit/>
          </a:bodyPr>
          <a:lstStyle/>
          <a:p>
            <a:r>
              <a:rPr lang="en-US" dirty="0">
                <a:solidFill>
                  <a:srgbClr val="FF0000"/>
                </a:solidFill>
              </a:rPr>
              <a:t>Training Data</a:t>
            </a:r>
          </a:p>
        </p:txBody>
      </p:sp>
      <p:cxnSp>
        <p:nvCxnSpPr>
          <p:cNvPr id="29" name="Straight Arrow Connector 28">
            <a:extLst>
              <a:ext uri="{FF2B5EF4-FFF2-40B4-BE49-F238E27FC236}">
                <a16:creationId xmlns:a16="http://schemas.microsoft.com/office/drawing/2014/main" id="{9E075C32-5617-4D28-AFD7-BEEE742DDF22}"/>
              </a:ext>
            </a:extLst>
          </p:cNvPr>
          <p:cNvCxnSpPr>
            <a:cxnSpLocks/>
          </p:cNvCxnSpPr>
          <p:nvPr/>
        </p:nvCxnSpPr>
        <p:spPr>
          <a:xfrm flipV="1">
            <a:off x="4491054" y="5708970"/>
            <a:ext cx="675857" cy="355985"/>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208B3D9-B5B8-4356-9DC2-9B2FE62C802B}"/>
              </a:ext>
            </a:extLst>
          </p:cNvPr>
          <p:cNvSpPr txBox="1"/>
          <p:nvPr/>
        </p:nvSpPr>
        <p:spPr>
          <a:xfrm>
            <a:off x="2708995" y="5907178"/>
            <a:ext cx="1899944" cy="425822"/>
          </a:xfrm>
          <a:prstGeom prst="rect">
            <a:avLst/>
          </a:prstGeom>
          <a:noFill/>
        </p:spPr>
        <p:txBody>
          <a:bodyPr wrap="none" rtlCol="0">
            <a:spAutoFit/>
          </a:bodyPr>
          <a:lstStyle/>
          <a:p>
            <a:r>
              <a:rPr lang="en-US" dirty="0">
                <a:solidFill>
                  <a:srgbClr val="FF0000"/>
                </a:solidFill>
              </a:rPr>
              <a:t>Validation Data</a:t>
            </a:r>
          </a:p>
        </p:txBody>
      </p:sp>
      <p:cxnSp>
        <p:nvCxnSpPr>
          <p:cNvPr id="31" name="Straight Arrow Connector 30">
            <a:extLst>
              <a:ext uri="{FF2B5EF4-FFF2-40B4-BE49-F238E27FC236}">
                <a16:creationId xmlns:a16="http://schemas.microsoft.com/office/drawing/2014/main" id="{8C04B314-0167-4BFB-8DBC-F6BAE8EF96A2}"/>
              </a:ext>
            </a:extLst>
          </p:cNvPr>
          <p:cNvCxnSpPr>
            <a:cxnSpLocks/>
          </p:cNvCxnSpPr>
          <p:nvPr/>
        </p:nvCxnSpPr>
        <p:spPr>
          <a:xfrm flipH="1">
            <a:off x="9896017" y="3336631"/>
            <a:ext cx="819931" cy="339747"/>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F8C58571-B593-4BC9-A705-850DFD5E52CF}"/>
              </a:ext>
            </a:extLst>
          </p:cNvPr>
          <p:cNvSpPr txBox="1"/>
          <p:nvPr/>
        </p:nvSpPr>
        <p:spPr>
          <a:xfrm>
            <a:off x="10681058" y="2903846"/>
            <a:ext cx="1218475" cy="425822"/>
          </a:xfrm>
          <a:prstGeom prst="rect">
            <a:avLst/>
          </a:prstGeom>
          <a:noFill/>
        </p:spPr>
        <p:txBody>
          <a:bodyPr wrap="none" rtlCol="0">
            <a:spAutoFit/>
          </a:bodyPr>
          <a:lstStyle/>
          <a:p>
            <a:r>
              <a:rPr lang="en-US" dirty="0">
                <a:solidFill>
                  <a:srgbClr val="FF0000"/>
                </a:solidFill>
              </a:rPr>
              <a:t>Test Data</a:t>
            </a:r>
          </a:p>
        </p:txBody>
      </p:sp>
      <p:pic>
        <p:nvPicPr>
          <p:cNvPr id="4" name="Picture 3">
            <a:extLst>
              <a:ext uri="{FF2B5EF4-FFF2-40B4-BE49-F238E27FC236}">
                <a16:creationId xmlns:a16="http://schemas.microsoft.com/office/drawing/2014/main" id="{606AF72A-F5C4-F3D1-12BF-066A5888E674}"/>
              </a:ext>
            </a:extLst>
          </p:cNvPr>
          <p:cNvPicPr>
            <a:picLocks noChangeAspect="1"/>
          </p:cNvPicPr>
          <p:nvPr/>
        </p:nvPicPr>
        <p:blipFill rotWithShape="1">
          <a:blip r:embed="rId2"/>
          <a:srcRect l="-1" r="578"/>
          <a:stretch/>
        </p:blipFill>
        <p:spPr>
          <a:xfrm>
            <a:off x="5465567" y="942790"/>
            <a:ext cx="5966727" cy="2031243"/>
          </a:xfrm>
          <a:prstGeom prst="rect">
            <a:avLst/>
          </a:prstGeom>
        </p:spPr>
      </p:pic>
      <p:pic>
        <p:nvPicPr>
          <p:cNvPr id="8" name="Picture 7">
            <a:extLst>
              <a:ext uri="{FF2B5EF4-FFF2-40B4-BE49-F238E27FC236}">
                <a16:creationId xmlns:a16="http://schemas.microsoft.com/office/drawing/2014/main" id="{E5F5E646-139A-392D-DB3F-CC1717D108F9}"/>
              </a:ext>
            </a:extLst>
          </p:cNvPr>
          <p:cNvPicPr>
            <a:picLocks noChangeAspect="1"/>
          </p:cNvPicPr>
          <p:nvPr/>
        </p:nvPicPr>
        <p:blipFill>
          <a:blip r:embed="rId3"/>
          <a:stretch>
            <a:fillRect/>
          </a:stretch>
        </p:blipFill>
        <p:spPr>
          <a:xfrm>
            <a:off x="489535" y="1287444"/>
            <a:ext cx="3119098" cy="2219060"/>
          </a:xfrm>
          <a:prstGeom prst="rect">
            <a:avLst/>
          </a:prstGeom>
        </p:spPr>
      </p:pic>
      <p:pic>
        <p:nvPicPr>
          <p:cNvPr id="12" name="Picture 11">
            <a:extLst>
              <a:ext uri="{FF2B5EF4-FFF2-40B4-BE49-F238E27FC236}">
                <a16:creationId xmlns:a16="http://schemas.microsoft.com/office/drawing/2014/main" id="{34FD99C7-D160-C145-611C-B16D1E18FD0C}"/>
              </a:ext>
            </a:extLst>
          </p:cNvPr>
          <p:cNvPicPr>
            <a:picLocks noChangeAspect="1"/>
          </p:cNvPicPr>
          <p:nvPr/>
        </p:nvPicPr>
        <p:blipFill>
          <a:blip r:embed="rId4"/>
          <a:stretch>
            <a:fillRect/>
          </a:stretch>
        </p:blipFill>
        <p:spPr>
          <a:xfrm>
            <a:off x="578313" y="3739065"/>
            <a:ext cx="3046236" cy="2219060"/>
          </a:xfrm>
          <a:prstGeom prst="rect">
            <a:avLst/>
          </a:prstGeom>
        </p:spPr>
      </p:pic>
      <p:pic>
        <p:nvPicPr>
          <p:cNvPr id="15" name="Picture 14">
            <a:extLst>
              <a:ext uri="{FF2B5EF4-FFF2-40B4-BE49-F238E27FC236}">
                <a16:creationId xmlns:a16="http://schemas.microsoft.com/office/drawing/2014/main" id="{3C90CC60-3672-7FCC-9177-79A954FFBBED}"/>
              </a:ext>
            </a:extLst>
          </p:cNvPr>
          <p:cNvPicPr>
            <a:picLocks noChangeAspect="1"/>
          </p:cNvPicPr>
          <p:nvPr/>
        </p:nvPicPr>
        <p:blipFill>
          <a:blip r:embed="rId5"/>
          <a:stretch>
            <a:fillRect/>
          </a:stretch>
        </p:blipFill>
        <p:spPr>
          <a:xfrm>
            <a:off x="5173818" y="3742384"/>
            <a:ext cx="3002920" cy="2322571"/>
          </a:xfrm>
          <a:prstGeom prst="rect">
            <a:avLst/>
          </a:prstGeom>
        </p:spPr>
      </p:pic>
      <p:pic>
        <p:nvPicPr>
          <p:cNvPr id="19" name="Picture 18">
            <a:extLst>
              <a:ext uri="{FF2B5EF4-FFF2-40B4-BE49-F238E27FC236}">
                <a16:creationId xmlns:a16="http://schemas.microsoft.com/office/drawing/2014/main" id="{75ECB2D4-20B7-CFE3-5B0F-701FEBD0A44D}"/>
              </a:ext>
            </a:extLst>
          </p:cNvPr>
          <p:cNvPicPr>
            <a:picLocks noChangeAspect="1"/>
          </p:cNvPicPr>
          <p:nvPr/>
        </p:nvPicPr>
        <p:blipFill>
          <a:blip r:embed="rId6"/>
          <a:stretch>
            <a:fillRect/>
          </a:stretch>
        </p:blipFill>
        <p:spPr>
          <a:xfrm>
            <a:off x="8466076" y="3794139"/>
            <a:ext cx="2966218" cy="2219060"/>
          </a:xfrm>
          <a:prstGeom prst="rect">
            <a:avLst/>
          </a:prstGeom>
        </p:spPr>
      </p:pic>
    </p:spTree>
    <p:extLst>
      <p:ext uri="{BB962C8B-B14F-4D97-AF65-F5344CB8AC3E}">
        <p14:creationId xmlns:p14="http://schemas.microsoft.com/office/powerpoint/2010/main" val="2083298540"/>
      </p:ext>
    </p:extLst>
  </p:cSld>
  <p:clrMapOvr>
    <a:masterClrMapping/>
  </p:clrMapOvr>
  <mc:AlternateContent xmlns:mc="http://schemas.openxmlformats.org/markup-compatibility/2006" xmlns:p14="http://schemas.microsoft.com/office/powerpoint/2010/main">
    <mc:Choice Requires="p14">
      <p:transition spd="slow" p14:dur="2000" advTm="44873"/>
    </mc:Choice>
    <mc:Fallback xmlns="">
      <p:transition spd="slow" advTm="4487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KNN Classifier Code</a:t>
            </a:r>
          </a:p>
        </p:txBody>
      </p:sp>
      <p:pic>
        <p:nvPicPr>
          <p:cNvPr id="4" name="Picture 3">
            <a:extLst>
              <a:ext uri="{FF2B5EF4-FFF2-40B4-BE49-F238E27FC236}">
                <a16:creationId xmlns:a16="http://schemas.microsoft.com/office/drawing/2014/main" id="{8941ABD8-049A-D35C-2B3A-FE5ADC84A555}"/>
              </a:ext>
            </a:extLst>
          </p:cNvPr>
          <p:cNvPicPr>
            <a:picLocks noChangeAspect="1"/>
          </p:cNvPicPr>
          <p:nvPr/>
        </p:nvPicPr>
        <p:blipFill>
          <a:blip r:embed="rId2"/>
          <a:stretch>
            <a:fillRect/>
          </a:stretch>
        </p:blipFill>
        <p:spPr>
          <a:xfrm>
            <a:off x="210790" y="1086243"/>
            <a:ext cx="9363075" cy="3343275"/>
          </a:xfrm>
          <a:prstGeom prst="rect">
            <a:avLst/>
          </a:prstGeom>
        </p:spPr>
      </p:pic>
      <p:pic>
        <p:nvPicPr>
          <p:cNvPr id="7" name="Picture 6">
            <a:extLst>
              <a:ext uri="{FF2B5EF4-FFF2-40B4-BE49-F238E27FC236}">
                <a16:creationId xmlns:a16="http://schemas.microsoft.com/office/drawing/2014/main" id="{01FF0E70-49AD-FC1E-D6DC-D11321F71EBB}"/>
              </a:ext>
            </a:extLst>
          </p:cNvPr>
          <p:cNvPicPr>
            <a:picLocks noChangeAspect="1"/>
          </p:cNvPicPr>
          <p:nvPr/>
        </p:nvPicPr>
        <p:blipFill>
          <a:blip r:embed="rId3"/>
          <a:stretch>
            <a:fillRect/>
          </a:stretch>
        </p:blipFill>
        <p:spPr>
          <a:xfrm>
            <a:off x="9715034" y="1086243"/>
            <a:ext cx="2066925" cy="3248025"/>
          </a:xfrm>
          <a:prstGeom prst="rect">
            <a:avLst/>
          </a:prstGeom>
        </p:spPr>
      </p:pic>
    </p:spTree>
    <p:extLst>
      <p:ext uri="{BB962C8B-B14F-4D97-AF65-F5344CB8AC3E}">
        <p14:creationId xmlns:p14="http://schemas.microsoft.com/office/powerpoint/2010/main" val="4140039765"/>
      </p:ext>
    </p:extLst>
  </p:cSld>
  <p:clrMapOvr>
    <a:masterClrMapping/>
  </p:clrMapOvr>
  <mc:AlternateContent xmlns:mc="http://schemas.openxmlformats.org/markup-compatibility/2006" xmlns:p14="http://schemas.microsoft.com/office/powerpoint/2010/main">
    <mc:Choice Requires="p14">
      <p:transition spd="slow" p14:dur="2000" advTm="418407"/>
    </mc:Choice>
    <mc:Fallback xmlns="">
      <p:transition spd="slow" advTm="41840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KNN Classifier Results</a:t>
            </a:r>
          </a:p>
        </p:txBody>
      </p:sp>
      <p:sp>
        <p:nvSpPr>
          <p:cNvPr id="14" name="TextBox 13">
            <a:extLst>
              <a:ext uri="{FF2B5EF4-FFF2-40B4-BE49-F238E27FC236}">
                <a16:creationId xmlns:a16="http://schemas.microsoft.com/office/drawing/2014/main" id="{79ECFC33-2D2A-E5B4-DBBB-92C98F866EC2}"/>
              </a:ext>
            </a:extLst>
          </p:cNvPr>
          <p:cNvSpPr txBox="1"/>
          <p:nvPr/>
        </p:nvSpPr>
        <p:spPr>
          <a:xfrm>
            <a:off x="5561901" y="1105031"/>
            <a:ext cx="6402562" cy="4094198"/>
          </a:xfrm>
          <a:prstGeom prst="rect">
            <a:avLst/>
          </a:prstGeom>
          <a:noFill/>
        </p:spPr>
        <p:txBody>
          <a:bodyPr wrap="square" rtlCol="0">
            <a:spAutoFit/>
          </a:bodyPr>
          <a:lstStyle/>
          <a:p>
            <a:r>
              <a:rPr lang="en-US" dirty="0"/>
              <a:t>Confusion Matrix:</a:t>
            </a:r>
          </a:p>
          <a:p>
            <a:endParaRPr lang="en-US" dirty="0"/>
          </a:p>
          <a:p>
            <a:endParaRPr lang="en-US" dirty="0"/>
          </a:p>
          <a:p>
            <a:endParaRPr lang="en-US" dirty="0"/>
          </a:p>
          <a:p>
            <a:endParaRPr lang="en-US" dirty="0"/>
          </a:p>
          <a:p>
            <a:endParaRPr lang="en-US" dirty="0"/>
          </a:p>
          <a:p>
            <a:endParaRPr lang="en-US" sz="1200" dirty="0"/>
          </a:p>
          <a:p>
            <a:r>
              <a:rPr lang="en-US" dirty="0"/>
              <a:t>Performance Metrics:</a:t>
            </a:r>
          </a:p>
          <a:p>
            <a:r>
              <a:rPr lang="en-US" dirty="0"/>
              <a:t>	</a:t>
            </a:r>
          </a:p>
          <a:p>
            <a:endParaRPr lang="en-US" dirty="0"/>
          </a:p>
          <a:p>
            <a:endParaRPr lang="en-US" dirty="0"/>
          </a:p>
          <a:p>
            <a:endParaRPr lang="en-US" dirty="0"/>
          </a:p>
        </p:txBody>
      </p:sp>
      <p:graphicFrame>
        <p:nvGraphicFramePr>
          <p:cNvPr id="18" name="Table 18">
            <a:extLst>
              <a:ext uri="{FF2B5EF4-FFF2-40B4-BE49-F238E27FC236}">
                <a16:creationId xmlns:a16="http://schemas.microsoft.com/office/drawing/2014/main" id="{32740F91-44B6-16A4-D282-D0B52E182B73}"/>
              </a:ext>
            </a:extLst>
          </p:cNvPr>
          <p:cNvGraphicFramePr>
            <a:graphicFrameLocks noGrp="1"/>
          </p:cNvGraphicFramePr>
          <p:nvPr>
            <p:extLst>
              <p:ext uri="{D42A27DB-BD31-4B8C-83A1-F6EECF244321}">
                <p14:modId xmlns:p14="http://schemas.microsoft.com/office/powerpoint/2010/main" val="3526358467"/>
              </p:ext>
            </p:extLst>
          </p:nvPr>
        </p:nvGraphicFramePr>
        <p:xfrm>
          <a:off x="6035213" y="1662605"/>
          <a:ext cx="5131428" cy="1500044"/>
        </p:xfrm>
        <a:graphic>
          <a:graphicData uri="http://schemas.openxmlformats.org/drawingml/2006/table">
            <a:tbl>
              <a:tblPr firstRow="1" bandRow="1">
                <a:tableStyleId>{5C22544A-7EE6-4342-B048-85BDC9FD1C3A}</a:tableStyleId>
              </a:tblPr>
              <a:tblGrid>
                <a:gridCol w="1282857">
                  <a:extLst>
                    <a:ext uri="{9D8B030D-6E8A-4147-A177-3AD203B41FA5}">
                      <a16:colId xmlns:a16="http://schemas.microsoft.com/office/drawing/2014/main" val="1693757182"/>
                    </a:ext>
                  </a:extLst>
                </a:gridCol>
                <a:gridCol w="1282857">
                  <a:extLst>
                    <a:ext uri="{9D8B030D-6E8A-4147-A177-3AD203B41FA5}">
                      <a16:colId xmlns:a16="http://schemas.microsoft.com/office/drawing/2014/main" val="1007548437"/>
                    </a:ext>
                  </a:extLst>
                </a:gridCol>
                <a:gridCol w="1282857">
                  <a:extLst>
                    <a:ext uri="{9D8B030D-6E8A-4147-A177-3AD203B41FA5}">
                      <a16:colId xmlns:a16="http://schemas.microsoft.com/office/drawing/2014/main" val="1207515839"/>
                    </a:ext>
                  </a:extLst>
                </a:gridCol>
                <a:gridCol w="1282857">
                  <a:extLst>
                    <a:ext uri="{9D8B030D-6E8A-4147-A177-3AD203B41FA5}">
                      <a16:colId xmlns:a16="http://schemas.microsoft.com/office/drawing/2014/main" val="1012994354"/>
                    </a:ext>
                  </a:extLst>
                </a:gridCol>
              </a:tblGrid>
              <a:tr h="375011">
                <a:tc gridSpan="4">
                  <a:txBody>
                    <a:bodyPr/>
                    <a:lstStyle/>
                    <a:p>
                      <a:pPr algn="ctr"/>
                      <a:r>
                        <a:rPr lang="en-US" dirty="0">
                          <a:solidFill>
                            <a:schemeClr val="tx1"/>
                          </a:solidFill>
                        </a:rPr>
                        <a:t>True Label</a:t>
                      </a:r>
                    </a:p>
                  </a:txBody>
                  <a:tcPr anchor="ct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16529195"/>
                  </a:ext>
                </a:extLst>
              </a:tr>
              <a:tr h="375011">
                <a:tc rowSpan="3">
                  <a:txBody>
                    <a:bodyPr/>
                    <a:lstStyle/>
                    <a:p>
                      <a:pPr algn="ctr"/>
                      <a:r>
                        <a:rPr lang="en-US" b="1" dirty="0"/>
                        <a:t>Predicted Label</a:t>
                      </a:r>
                    </a:p>
                  </a:txBody>
                  <a:tcPr anchor="ctr"/>
                </a:tc>
                <a:tc>
                  <a:txBody>
                    <a:bodyPr/>
                    <a:lstStyle/>
                    <a:p>
                      <a:pPr algn="ctr"/>
                      <a:endParaRPr lang="en-US" dirty="0"/>
                    </a:p>
                  </a:txBody>
                  <a:tcPr anchor="ctr"/>
                </a:tc>
                <a:tc>
                  <a:txBody>
                    <a:bodyPr/>
                    <a:lstStyle/>
                    <a:p>
                      <a:pPr algn="ctr"/>
                      <a:r>
                        <a:rPr lang="en-US" dirty="0"/>
                        <a:t>Positive</a:t>
                      </a:r>
                    </a:p>
                  </a:txBody>
                  <a:tcPr anchor="ctr"/>
                </a:tc>
                <a:tc>
                  <a:txBody>
                    <a:bodyPr/>
                    <a:lstStyle/>
                    <a:p>
                      <a:pPr algn="ctr"/>
                      <a:r>
                        <a:rPr lang="en-US" dirty="0"/>
                        <a:t>Negative</a:t>
                      </a:r>
                    </a:p>
                  </a:txBody>
                  <a:tcPr anchor="ctr"/>
                </a:tc>
                <a:extLst>
                  <a:ext uri="{0D108BD9-81ED-4DB2-BD59-A6C34878D82A}">
                    <a16:rowId xmlns:a16="http://schemas.microsoft.com/office/drawing/2014/main" val="3032120063"/>
                  </a:ext>
                </a:extLst>
              </a:tr>
              <a:tr h="375011">
                <a:tc vMerge="1">
                  <a:txBody>
                    <a:bodyPr/>
                    <a:lstStyle/>
                    <a:p>
                      <a:endParaRPr lang="en-US" dirty="0"/>
                    </a:p>
                  </a:txBody>
                  <a:tcPr/>
                </a:tc>
                <a:tc>
                  <a:txBody>
                    <a:bodyPr/>
                    <a:lstStyle/>
                    <a:p>
                      <a:pPr algn="ctr"/>
                      <a:r>
                        <a:rPr lang="en-US" dirty="0"/>
                        <a:t>Positive</a:t>
                      </a:r>
                    </a:p>
                  </a:txBody>
                  <a:tcPr anchor="ctr"/>
                </a:tc>
                <a:tc>
                  <a:txBody>
                    <a:bodyPr/>
                    <a:lstStyle/>
                    <a:p>
                      <a:pPr algn="ctr"/>
                      <a:r>
                        <a:rPr lang="en-US" dirty="0">
                          <a:solidFill>
                            <a:srgbClr val="00B050"/>
                          </a:solidFill>
                        </a:rPr>
                        <a:t>TP</a:t>
                      </a:r>
                    </a:p>
                  </a:txBody>
                  <a:tcPr anchor="ctr"/>
                </a:tc>
                <a:tc>
                  <a:txBody>
                    <a:bodyPr/>
                    <a:lstStyle/>
                    <a:p>
                      <a:pPr algn="ctr"/>
                      <a:r>
                        <a:rPr lang="en-US" dirty="0">
                          <a:solidFill>
                            <a:srgbClr val="FF0000"/>
                          </a:solidFill>
                        </a:rPr>
                        <a:t>FP</a:t>
                      </a:r>
                    </a:p>
                  </a:txBody>
                  <a:tcPr anchor="ctr"/>
                </a:tc>
                <a:extLst>
                  <a:ext uri="{0D108BD9-81ED-4DB2-BD59-A6C34878D82A}">
                    <a16:rowId xmlns:a16="http://schemas.microsoft.com/office/drawing/2014/main" val="4074517183"/>
                  </a:ext>
                </a:extLst>
              </a:tr>
              <a:tr h="375011">
                <a:tc vMerge="1">
                  <a:txBody>
                    <a:bodyPr/>
                    <a:lstStyle/>
                    <a:p>
                      <a:endParaRPr lang="en-US" dirty="0"/>
                    </a:p>
                  </a:txBody>
                  <a:tcPr/>
                </a:tc>
                <a:tc>
                  <a:txBody>
                    <a:bodyPr/>
                    <a:lstStyle/>
                    <a:p>
                      <a:pPr algn="ctr"/>
                      <a:r>
                        <a:rPr lang="en-US" dirty="0"/>
                        <a:t>Negative</a:t>
                      </a:r>
                    </a:p>
                  </a:txBody>
                  <a:tcPr anchor="ctr"/>
                </a:tc>
                <a:tc>
                  <a:txBody>
                    <a:bodyPr/>
                    <a:lstStyle/>
                    <a:p>
                      <a:pPr algn="ctr"/>
                      <a:r>
                        <a:rPr lang="en-US" dirty="0">
                          <a:solidFill>
                            <a:srgbClr val="FF0000"/>
                          </a:solidFill>
                        </a:rPr>
                        <a:t>FN</a:t>
                      </a:r>
                    </a:p>
                  </a:txBody>
                  <a:tcPr anchor="ctr"/>
                </a:tc>
                <a:tc>
                  <a:txBody>
                    <a:bodyPr/>
                    <a:lstStyle/>
                    <a:p>
                      <a:pPr algn="ctr"/>
                      <a:r>
                        <a:rPr lang="en-US" dirty="0">
                          <a:solidFill>
                            <a:srgbClr val="00B050"/>
                          </a:solidFill>
                        </a:rPr>
                        <a:t>TN</a:t>
                      </a:r>
                    </a:p>
                  </a:txBody>
                  <a:tcPr anchor="ctr"/>
                </a:tc>
                <a:extLst>
                  <a:ext uri="{0D108BD9-81ED-4DB2-BD59-A6C34878D82A}">
                    <a16:rowId xmlns:a16="http://schemas.microsoft.com/office/drawing/2014/main" val="2053816320"/>
                  </a:ext>
                </a:extLst>
              </a:tr>
            </a:tbl>
          </a:graphicData>
        </a:graphic>
      </p:graphicFrame>
      <p:pic>
        <p:nvPicPr>
          <p:cNvPr id="21" name="Picture 20">
            <a:extLst>
              <a:ext uri="{FF2B5EF4-FFF2-40B4-BE49-F238E27FC236}">
                <a16:creationId xmlns:a16="http://schemas.microsoft.com/office/drawing/2014/main" id="{E3A85DF7-6E63-9BC7-B9C4-6090EE150BAB}"/>
              </a:ext>
            </a:extLst>
          </p:cNvPr>
          <p:cNvPicPr>
            <a:picLocks noChangeAspect="1"/>
          </p:cNvPicPr>
          <p:nvPr/>
        </p:nvPicPr>
        <p:blipFill>
          <a:blip r:embed="rId2"/>
          <a:stretch>
            <a:fillRect/>
          </a:stretch>
        </p:blipFill>
        <p:spPr>
          <a:xfrm>
            <a:off x="6035213" y="3720223"/>
            <a:ext cx="3429000" cy="2381250"/>
          </a:xfrm>
          <a:prstGeom prst="rect">
            <a:avLst/>
          </a:prstGeom>
        </p:spPr>
      </p:pic>
      <p:sp>
        <p:nvSpPr>
          <p:cNvPr id="22" name="TextBox 21">
            <a:extLst>
              <a:ext uri="{FF2B5EF4-FFF2-40B4-BE49-F238E27FC236}">
                <a16:creationId xmlns:a16="http://schemas.microsoft.com/office/drawing/2014/main" id="{BA1E8876-059A-82F9-3C42-9553DB63F51A}"/>
              </a:ext>
            </a:extLst>
          </p:cNvPr>
          <p:cNvSpPr txBox="1"/>
          <p:nvPr/>
        </p:nvSpPr>
        <p:spPr>
          <a:xfrm>
            <a:off x="4744289" y="6201344"/>
            <a:ext cx="7288855" cy="369332"/>
          </a:xfrm>
          <a:prstGeom prst="rect">
            <a:avLst/>
          </a:prstGeom>
          <a:noFill/>
        </p:spPr>
        <p:txBody>
          <a:bodyPr wrap="none" rtlCol="0">
            <a:spAutoFit/>
          </a:bodyPr>
          <a:lstStyle/>
          <a:p>
            <a:r>
              <a:rPr lang="en-US" sz="1800" dirty="0">
                <a:solidFill>
                  <a:srgbClr val="002060"/>
                </a:solidFill>
              </a:rPr>
              <a:t>TP: true positive, TN: true negative, FP: false positive, and FN: false negative</a:t>
            </a:r>
          </a:p>
        </p:txBody>
      </p:sp>
      <p:pic>
        <p:nvPicPr>
          <p:cNvPr id="4" name="Picture 3">
            <a:extLst>
              <a:ext uri="{FF2B5EF4-FFF2-40B4-BE49-F238E27FC236}">
                <a16:creationId xmlns:a16="http://schemas.microsoft.com/office/drawing/2014/main" id="{6A753356-C1C8-0388-9483-7672DA8786C9}"/>
              </a:ext>
            </a:extLst>
          </p:cNvPr>
          <p:cNvPicPr>
            <a:picLocks noChangeAspect="1"/>
          </p:cNvPicPr>
          <p:nvPr/>
        </p:nvPicPr>
        <p:blipFill>
          <a:blip r:embed="rId3"/>
          <a:stretch>
            <a:fillRect/>
          </a:stretch>
        </p:blipFill>
        <p:spPr>
          <a:xfrm>
            <a:off x="287862" y="1196098"/>
            <a:ext cx="5238750" cy="3714750"/>
          </a:xfrm>
          <a:prstGeom prst="rect">
            <a:avLst/>
          </a:prstGeom>
        </p:spPr>
      </p:pic>
    </p:spTree>
    <p:extLst>
      <p:ext uri="{BB962C8B-B14F-4D97-AF65-F5344CB8AC3E}">
        <p14:creationId xmlns:p14="http://schemas.microsoft.com/office/powerpoint/2010/main" val="4129067639"/>
      </p:ext>
    </p:extLst>
  </p:cSld>
  <p:clrMapOvr>
    <a:masterClrMapping/>
  </p:clrMapOvr>
  <mc:AlternateContent xmlns:mc="http://schemas.openxmlformats.org/markup-compatibility/2006" xmlns:p14="http://schemas.microsoft.com/office/powerpoint/2010/main">
    <mc:Choice Requires="p14">
      <p:transition spd="slow" p14:dur="2000" advTm="156030"/>
    </mc:Choice>
    <mc:Fallback xmlns="">
      <p:transition spd="slow" advTm="15603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B1A3BDB-BBCA-B348-59A6-696B71B08192}"/>
              </a:ext>
            </a:extLst>
          </p:cNvPr>
          <p:cNvPicPr>
            <a:picLocks noChangeAspect="1"/>
          </p:cNvPicPr>
          <p:nvPr/>
        </p:nvPicPr>
        <p:blipFill>
          <a:blip r:embed="rId2"/>
          <a:stretch>
            <a:fillRect/>
          </a:stretch>
        </p:blipFill>
        <p:spPr>
          <a:xfrm>
            <a:off x="214768" y="1041317"/>
            <a:ext cx="4812705" cy="5682995"/>
          </a:xfrm>
          <a:prstGeom prst="rect">
            <a:avLst/>
          </a:prstGeom>
        </p:spPr>
      </p:pic>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KNN Classifier Tuning with Validation Set</a:t>
            </a:r>
          </a:p>
        </p:txBody>
      </p:sp>
      <p:cxnSp>
        <p:nvCxnSpPr>
          <p:cNvPr id="12" name="Straight Arrow Connector 11">
            <a:extLst>
              <a:ext uri="{FF2B5EF4-FFF2-40B4-BE49-F238E27FC236}">
                <a16:creationId xmlns:a16="http://schemas.microsoft.com/office/drawing/2014/main" id="{7875162A-C3CD-40F8-B1BB-0E76645FC272}"/>
              </a:ext>
            </a:extLst>
          </p:cNvPr>
          <p:cNvCxnSpPr>
            <a:cxnSpLocks/>
          </p:cNvCxnSpPr>
          <p:nvPr/>
        </p:nvCxnSpPr>
        <p:spPr>
          <a:xfrm flipV="1">
            <a:off x="4751504" y="2611955"/>
            <a:ext cx="828259" cy="474648"/>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6AA4FEC-5001-477F-8484-1775D36839E3}"/>
              </a:ext>
            </a:extLst>
          </p:cNvPr>
          <p:cNvSpPr txBox="1"/>
          <p:nvPr/>
        </p:nvSpPr>
        <p:spPr>
          <a:xfrm>
            <a:off x="3791429" y="2590589"/>
            <a:ext cx="1236044" cy="425822"/>
          </a:xfrm>
          <a:prstGeom prst="rect">
            <a:avLst/>
          </a:prstGeom>
          <a:noFill/>
        </p:spPr>
        <p:txBody>
          <a:bodyPr wrap="none" rtlCol="0">
            <a:spAutoFit/>
          </a:bodyPr>
          <a:lstStyle/>
          <a:p>
            <a:r>
              <a:rPr lang="en-US" dirty="0">
                <a:solidFill>
                  <a:srgbClr val="FF0000"/>
                </a:solidFill>
              </a:rPr>
              <a:t>True/Test</a:t>
            </a:r>
          </a:p>
        </p:txBody>
      </p:sp>
      <p:cxnSp>
        <p:nvCxnSpPr>
          <p:cNvPr id="15" name="Straight Arrow Connector 14">
            <a:extLst>
              <a:ext uri="{FF2B5EF4-FFF2-40B4-BE49-F238E27FC236}">
                <a16:creationId xmlns:a16="http://schemas.microsoft.com/office/drawing/2014/main" id="{5F7F554F-6C1E-423D-8079-6B9A02408053}"/>
              </a:ext>
            </a:extLst>
          </p:cNvPr>
          <p:cNvCxnSpPr>
            <a:cxnSpLocks/>
            <a:stCxn id="16" idx="0"/>
          </p:cNvCxnSpPr>
          <p:nvPr/>
        </p:nvCxnSpPr>
        <p:spPr>
          <a:xfrm flipH="1" flipV="1">
            <a:off x="10938130" y="2558731"/>
            <a:ext cx="559946" cy="727516"/>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E4D0686-E18B-4AB1-904C-CBC876C56EC7}"/>
              </a:ext>
            </a:extLst>
          </p:cNvPr>
          <p:cNvSpPr txBox="1"/>
          <p:nvPr/>
        </p:nvSpPr>
        <p:spPr>
          <a:xfrm>
            <a:off x="10868063" y="3286247"/>
            <a:ext cx="1260025" cy="425822"/>
          </a:xfrm>
          <a:prstGeom prst="rect">
            <a:avLst/>
          </a:prstGeom>
          <a:noFill/>
        </p:spPr>
        <p:txBody>
          <a:bodyPr wrap="none" rtlCol="0">
            <a:spAutoFit/>
          </a:bodyPr>
          <a:lstStyle/>
          <a:p>
            <a:r>
              <a:rPr lang="en-US" dirty="0">
                <a:solidFill>
                  <a:srgbClr val="FF0000"/>
                </a:solidFill>
              </a:rPr>
              <a:t>Predicted</a:t>
            </a:r>
          </a:p>
        </p:txBody>
      </p:sp>
      <p:pic>
        <p:nvPicPr>
          <p:cNvPr id="14" name="Picture 13">
            <a:extLst>
              <a:ext uri="{FF2B5EF4-FFF2-40B4-BE49-F238E27FC236}">
                <a16:creationId xmlns:a16="http://schemas.microsoft.com/office/drawing/2014/main" id="{360BD19C-C446-CDE2-DFC4-4FC871178D1B}"/>
              </a:ext>
            </a:extLst>
          </p:cNvPr>
          <p:cNvPicPr>
            <a:picLocks noChangeAspect="1"/>
          </p:cNvPicPr>
          <p:nvPr/>
        </p:nvPicPr>
        <p:blipFill>
          <a:blip r:embed="rId3"/>
          <a:stretch>
            <a:fillRect/>
          </a:stretch>
        </p:blipFill>
        <p:spPr>
          <a:xfrm>
            <a:off x="5612139" y="1041317"/>
            <a:ext cx="5293614" cy="2678093"/>
          </a:xfrm>
          <a:prstGeom prst="rect">
            <a:avLst/>
          </a:prstGeom>
        </p:spPr>
      </p:pic>
      <p:pic>
        <p:nvPicPr>
          <p:cNvPr id="18" name="Picture 17">
            <a:extLst>
              <a:ext uri="{FF2B5EF4-FFF2-40B4-BE49-F238E27FC236}">
                <a16:creationId xmlns:a16="http://schemas.microsoft.com/office/drawing/2014/main" id="{FEBA03B7-1843-75BE-7CB3-CA74E7142F35}"/>
              </a:ext>
            </a:extLst>
          </p:cNvPr>
          <p:cNvPicPr>
            <a:picLocks noChangeAspect="1"/>
          </p:cNvPicPr>
          <p:nvPr/>
        </p:nvPicPr>
        <p:blipFill>
          <a:blip r:embed="rId4"/>
          <a:stretch>
            <a:fillRect/>
          </a:stretch>
        </p:blipFill>
        <p:spPr>
          <a:xfrm>
            <a:off x="6126161" y="4137913"/>
            <a:ext cx="3571875" cy="561975"/>
          </a:xfrm>
          <a:prstGeom prst="rect">
            <a:avLst/>
          </a:prstGeom>
        </p:spPr>
      </p:pic>
    </p:spTree>
    <p:extLst>
      <p:ext uri="{BB962C8B-B14F-4D97-AF65-F5344CB8AC3E}">
        <p14:creationId xmlns:p14="http://schemas.microsoft.com/office/powerpoint/2010/main" val="2714412803"/>
      </p:ext>
    </p:extLst>
  </p:cSld>
  <p:clrMapOvr>
    <a:masterClrMapping/>
  </p:clrMapOvr>
  <mc:AlternateContent xmlns:mc="http://schemas.openxmlformats.org/markup-compatibility/2006" xmlns:p14="http://schemas.microsoft.com/office/powerpoint/2010/main">
    <mc:Choice Requires="p14">
      <p:transition spd="slow" p14:dur="2000" advTm="404401"/>
    </mc:Choice>
    <mc:Fallback xmlns="">
      <p:transition spd="slow" advTm="40440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16" y="238760"/>
            <a:ext cx="11820817" cy="5871022"/>
          </a:xfrm>
          <a:solidFill>
            <a:schemeClr val="bg1"/>
          </a:solidFill>
          <a:ln>
            <a:solidFill>
              <a:schemeClr val="bg1"/>
            </a:solidFill>
          </a:ln>
        </p:spPr>
        <p:txBody>
          <a:bodyPr>
            <a:normAutofit/>
          </a:bodyPr>
          <a:lstStyle/>
          <a:p>
            <a:pPr algn="ctr">
              <a:lnSpc>
                <a:spcPct val="150000"/>
              </a:lnSpc>
            </a:pPr>
            <a:r>
              <a:rPr lang="en-US" sz="5400" b="1" dirty="0"/>
              <a:t>Radius Neighbors Classifier</a:t>
            </a:r>
          </a:p>
        </p:txBody>
      </p:sp>
    </p:spTree>
    <p:extLst>
      <p:ext uri="{BB962C8B-B14F-4D97-AF65-F5344CB8AC3E}">
        <p14:creationId xmlns:p14="http://schemas.microsoft.com/office/powerpoint/2010/main" val="1573841762"/>
      </p:ext>
    </p:extLst>
  </p:cSld>
  <p:clrMapOvr>
    <a:masterClrMapping/>
  </p:clrMapOvr>
  <mc:AlternateContent xmlns:mc="http://schemas.openxmlformats.org/markup-compatibility/2006" xmlns:p14="http://schemas.microsoft.com/office/powerpoint/2010/main">
    <mc:Choice Requires="p14">
      <p:transition spd="slow" p14:dur="2000" advTm="12642"/>
    </mc:Choice>
    <mc:Fallback xmlns="">
      <p:transition spd="slow" advTm="1264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Radius Neighbor Classifier</a:t>
            </a:r>
          </a:p>
        </p:txBody>
      </p:sp>
      <p:sp>
        <p:nvSpPr>
          <p:cNvPr id="38" name="Rectangle 37">
            <a:extLst>
              <a:ext uri="{FF2B5EF4-FFF2-40B4-BE49-F238E27FC236}">
                <a16:creationId xmlns:a16="http://schemas.microsoft.com/office/drawing/2014/main" id="{1AB0D3E2-6F92-4A1D-9B85-E3579E2EDAFA}"/>
              </a:ext>
            </a:extLst>
          </p:cNvPr>
          <p:cNvSpPr/>
          <p:nvPr/>
        </p:nvSpPr>
        <p:spPr>
          <a:xfrm>
            <a:off x="247129" y="1027121"/>
            <a:ext cx="10979059" cy="589072"/>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2400" dirty="0">
                <a:solidFill>
                  <a:srgbClr val="002060"/>
                </a:solidFill>
              </a:rPr>
              <a:t>It is usually used when the data is sparse.</a:t>
            </a:r>
          </a:p>
        </p:txBody>
      </p:sp>
      <p:sp>
        <p:nvSpPr>
          <p:cNvPr id="3" name="Rectangle 2">
            <a:extLst>
              <a:ext uri="{FF2B5EF4-FFF2-40B4-BE49-F238E27FC236}">
                <a16:creationId xmlns:a16="http://schemas.microsoft.com/office/drawing/2014/main" id="{9F1C8C33-F717-46B3-8219-5D00BE438C93}"/>
              </a:ext>
            </a:extLst>
          </p:cNvPr>
          <p:cNvSpPr/>
          <p:nvPr/>
        </p:nvSpPr>
        <p:spPr>
          <a:xfrm>
            <a:off x="247129" y="1740895"/>
            <a:ext cx="11794404" cy="3913059"/>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2400" dirty="0">
                <a:solidFill>
                  <a:srgbClr val="002060"/>
                </a:solidFill>
              </a:rPr>
              <a:t>Basic Algorithm (brute force with uniform weights)</a:t>
            </a:r>
          </a:p>
          <a:p>
            <a:pPr marL="893277" lvl="1" indent="-342900">
              <a:lnSpc>
                <a:spcPct val="150000"/>
              </a:lnSpc>
              <a:buFont typeface="Wingdings" panose="05000000000000000000" pitchFamily="2" charset="2"/>
              <a:buChar char="ü"/>
            </a:pPr>
            <a:r>
              <a:rPr lang="en-US" sz="2400" dirty="0">
                <a:solidFill>
                  <a:srgbClr val="002060"/>
                </a:solidFill>
              </a:rPr>
              <a:t>Set the Radius value </a:t>
            </a:r>
            <a:r>
              <a:rPr lang="en-US" sz="2400" dirty="0">
                <a:solidFill>
                  <a:srgbClr val="FF0000"/>
                </a:solidFill>
              </a:rPr>
              <a:t>R</a:t>
            </a:r>
          </a:p>
          <a:p>
            <a:pPr marL="893277" lvl="1" indent="-342900">
              <a:lnSpc>
                <a:spcPct val="150000"/>
              </a:lnSpc>
              <a:buFont typeface="Wingdings" panose="05000000000000000000" pitchFamily="2" charset="2"/>
              <a:buChar char="ü"/>
            </a:pPr>
            <a:r>
              <a:rPr lang="en-US" sz="2400" dirty="0">
                <a:solidFill>
                  <a:srgbClr val="002060"/>
                </a:solidFill>
              </a:rPr>
              <a:t>For each query point </a:t>
            </a:r>
            <a:r>
              <a:rPr lang="en-US" sz="2400" dirty="0" err="1">
                <a:solidFill>
                  <a:srgbClr val="FF0000"/>
                </a:solidFill>
              </a:rPr>
              <a:t>x</a:t>
            </a:r>
            <a:r>
              <a:rPr lang="en-US" sz="2400" baseline="-25000" dirty="0" err="1">
                <a:solidFill>
                  <a:srgbClr val="FF0000"/>
                </a:solidFill>
              </a:rPr>
              <a:t>query</a:t>
            </a:r>
            <a:r>
              <a:rPr lang="en-US" sz="2400" dirty="0">
                <a:solidFill>
                  <a:srgbClr val="002060"/>
                </a:solidFill>
              </a:rPr>
              <a:t> find its distance, </a:t>
            </a:r>
            <a:r>
              <a:rPr lang="en-US" sz="2400" dirty="0">
                <a:solidFill>
                  <a:srgbClr val="FF0000"/>
                </a:solidFill>
              </a:rPr>
              <a:t>d</a:t>
            </a:r>
            <a:r>
              <a:rPr lang="en-US" sz="2400" baseline="-25000" dirty="0">
                <a:solidFill>
                  <a:srgbClr val="FF0000"/>
                </a:solidFill>
              </a:rPr>
              <a:t>i</a:t>
            </a:r>
            <a:r>
              <a:rPr lang="en-US" sz="2400" dirty="0">
                <a:solidFill>
                  <a:srgbClr val="002060"/>
                </a:solidFill>
              </a:rPr>
              <a:t>, (in the feature space) with each point </a:t>
            </a:r>
            <a:r>
              <a:rPr lang="en-US" sz="2400" dirty="0">
                <a:solidFill>
                  <a:srgbClr val="FF0000"/>
                </a:solidFill>
              </a:rPr>
              <a:t>x</a:t>
            </a:r>
            <a:r>
              <a:rPr lang="en-US" sz="2400" baseline="-25000" dirty="0">
                <a:solidFill>
                  <a:srgbClr val="FF0000"/>
                </a:solidFill>
              </a:rPr>
              <a:t>i</a:t>
            </a:r>
            <a:r>
              <a:rPr lang="en-US" sz="2400" dirty="0">
                <a:solidFill>
                  <a:srgbClr val="002060"/>
                </a:solidFill>
              </a:rPr>
              <a:t> in the training data as:</a:t>
            </a:r>
          </a:p>
          <a:p>
            <a:pPr lvl="2">
              <a:lnSpc>
                <a:spcPct val="150000"/>
              </a:lnSpc>
            </a:pPr>
            <a:r>
              <a:rPr lang="en-US" sz="2400" dirty="0">
                <a:solidFill>
                  <a:srgbClr val="FF0000"/>
                </a:solidFill>
              </a:rPr>
              <a:t>						d</a:t>
            </a:r>
            <a:r>
              <a:rPr lang="en-US" sz="2400" baseline="-25000" dirty="0">
                <a:solidFill>
                  <a:srgbClr val="FF0000"/>
                </a:solidFill>
              </a:rPr>
              <a:t>i</a:t>
            </a:r>
            <a:r>
              <a:rPr lang="en-US" sz="2400" dirty="0">
                <a:solidFill>
                  <a:srgbClr val="FF0000"/>
                </a:solidFill>
              </a:rPr>
              <a:t> = distance(</a:t>
            </a:r>
            <a:r>
              <a:rPr lang="en-US" sz="2400" dirty="0" err="1">
                <a:solidFill>
                  <a:srgbClr val="FF0000"/>
                </a:solidFill>
              </a:rPr>
              <a:t>x</a:t>
            </a:r>
            <a:r>
              <a:rPr lang="en-US" sz="2400" baseline="-25000" dirty="0" err="1">
                <a:solidFill>
                  <a:srgbClr val="FF0000"/>
                </a:solidFill>
              </a:rPr>
              <a:t>query</a:t>
            </a:r>
            <a:r>
              <a:rPr lang="en-US" sz="2400" dirty="0">
                <a:solidFill>
                  <a:srgbClr val="FF0000"/>
                </a:solidFill>
              </a:rPr>
              <a:t> - x</a:t>
            </a:r>
            <a:r>
              <a:rPr lang="en-US" sz="2400" baseline="-25000" dirty="0">
                <a:solidFill>
                  <a:srgbClr val="FF0000"/>
                </a:solidFill>
              </a:rPr>
              <a:t>i</a:t>
            </a:r>
            <a:r>
              <a:rPr lang="en-US" sz="2400" dirty="0">
                <a:solidFill>
                  <a:srgbClr val="FF0000"/>
                </a:solidFill>
              </a:rPr>
              <a:t>)</a:t>
            </a:r>
          </a:p>
          <a:p>
            <a:pPr marL="893277" lvl="1" indent="-342900">
              <a:lnSpc>
                <a:spcPct val="150000"/>
              </a:lnSpc>
              <a:buFont typeface="Wingdings" panose="05000000000000000000" pitchFamily="2" charset="2"/>
              <a:buChar char="ü"/>
            </a:pPr>
            <a:r>
              <a:rPr lang="en-US" sz="2400" dirty="0">
                <a:solidFill>
                  <a:srgbClr val="002060"/>
                </a:solidFill>
              </a:rPr>
              <a:t>Find the points in training data that have </a:t>
            </a:r>
            <a:r>
              <a:rPr lang="en-US" sz="2400" dirty="0">
                <a:solidFill>
                  <a:srgbClr val="FF0000"/>
                </a:solidFill>
              </a:rPr>
              <a:t>d</a:t>
            </a:r>
            <a:r>
              <a:rPr lang="en-US" sz="2400" baseline="-25000" dirty="0">
                <a:solidFill>
                  <a:srgbClr val="FF0000"/>
                </a:solidFill>
              </a:rPr>
              <a:t>i</a:t>
            </a:r>
            <a:r>
              <a:rPr lang="en-US" sz="2400" dirty="0">
                <a:solidFill>
                  <a:srgbClr val="FF0000"/>
                </a:solidFill>
              </a:rPr>
              <a:t> ≤ R</a:t>
            </a:r>
            <a:r>
              <a:rPr lang="en-US" sz="2400" dirty="0">
                <a:solidFill>
                  <a:srgbClr val="002060"/>
                </a:solidFill>
              </a:rPr>
              <a:t>. i.e. find set </a:t>
            </a:r>
            <a:r>
              <a:rPr lang="en-US" sz="2400" dirty="0">
                <a:solidFill>
                  <a:srgbClr val="FF0000"/>
                </a:solidFill>
              </a:rPr>
              <a:t>S</a:t>
            </a:r>
            <a:r>
              <a:rPr lang="en-US" sz="2400" baseline="-25000" dirty="0">
                <a:solidFill>
                  <a:srgbClr val="FF0000"/>
                </a:solidFill>
              </a:rPr>
              <a:t>R</a:t>
            </a:r>
            <a:r>
              <a:rPr lang="en-US" sz="2400" dirty="0">
                <a:solidFill>
                  <a:srgbClr val="FF0000"/>
                </a:solidFill>
              </a:rPr>
              <a:t> = {</a:t>
            </a:r>
            <a:r>
              <a:rPr lang="en-US" sz="2400" dirty="0" err="1">
                <a:solidFill>
                  <a:srgbClr val="FF0000"/>
                </a:solidFill>
              </a:rPr>
              <a:t>y</a:t>
            </a:r>
            <a:r>
              <a:rPr lang="en-US" sz="2400" baseline="-25000" dirty="0" err="1">
                <a:solidFill>
                  <a:srgbClr val="FF0000"/>
                </a:solidFill>
              </a:rPr>
              <a:t>i</a:t>
            </a:r>
            <a:r>
              <a:rPr lang="en-US" sz="2400" dirty="0">
                <a:solidFill>
                  <a:srgbClr val="FF0000"/>
                </a:solidFill>
              </a:rPr>
              <a:t>| d</a:t>
            </a:r>
            <a:r>
              <a:rPr lang="en-US" sz="2400" baseline="-25000" dirty="0">
                <a:solidFill>
                  <a:srgbClr val="FF0000"/>
                </a:solidFill>
              </a:rPr>
              <a:t>i</a:t>
            </a:r>
            <a:r>
              <a:rPr lang="en-US" sz="2400" dirty="0">
                <a:solidFill>
                  <a:srgbClr val="FF0000"/>
                </a:solidFill>
              </a:rPr>
              <a:t> ≤ R}</a:t>
            </a:r>
          </a:p>
          <a:p>
            <a:pPr marL="893277" lvl="1" indent="-342900">
              <a:lnSpc>
                <a:spcPct val="150000"/>
              </a:lnSpc>
              <a:buFont typeface="Wingdings" panose="05000000000000000000" pitchFamily="2" charset="2"/>
              <a:buChar char="ü"/>
            </a:pPr>
            <a:r>
              <a:rPr lang="en-US" sz="2400" dirty="0">
                <a:solidFill>
                  <a:srgbClr val="002060"/>
                </a:solidFill>
              </a:rPr>
              <a:t> find </a:t>
            </a:r>
            <a:r>
              <a:rPr lang="en-US" sz="2400" dirty="0" err="1">
                <a:solidFill>
                  <a:srgbClr val="FF0000"/>
                </a:solidFill>
              </a:rPr>
              <a:t>y</a:t>
            </a:r>
            <a:r>
              <a:rPr lang="en-US" sz="2400" baseline="-25000" dirty="0" err="1">
                <a:solidFill>
                  <a:srgbClr val="FF0000"/>
                </a:solidFill>
              </a:rPr>
              <a:t>predicted</a:t>
            </a:r>
            <a:r>
              <a:rPr lang="en-US" sz="2400" baseline="-25000" dirty="0">
                <a:solidFill>
                  <a:srgbClr val="FF0000"/>
                </a:solidFill>
              </a:rPr>
              <a:t> </a:t>
            </a:r>
            <a:r>
              <a:rPr lang="en-US" sz="2400" dirty="0">
                <a:solidFill>
                  <a:srgbClr val="FF0000"/>
                </a:solidFill>
              </a:rPr>
              <a:t>= mode(S</a:t>
            </a:r>
            <a:r>
              <a:rPr lang="en-US" sz="2400" baseline="-25000" dirty="0">
                <a:solidFill>
                  <a:srgbClr val="FF0000"/>
                </a:solidFill>
              </a:rPr>
              <a:t>R</a:t>
            </a:r>
            <a:r>
              <a:rPr lang="en-US" sz="2400" dirty="0">
                <a:solidFill>
                  <a:srgbClr val="FF0000"/>
                </a:solidFill>
              </a:rPr>
              <a:t>); the most frequent label/class.</a:t>
            </a:r>
          </a:p>
        </p:txBody>
      </p:sp>
    </p:spTree>
    <p:extLst>
      <p:ext uri="{BB962C8B-B14F-4D97-AF65-F5344CB8AC3E}">
        <p14:creationId xmlns:p14="http://schemas.microsoft.com/office/powerpoint/2010/main" val="4139516433"/>
      </p:ext>
    </p:extLst>
  </p:cSld>
  <p:clrMapOvr>
    <a:masterClrMapping/>
  </p:clrMapOvr>
  <mc:AlternateContent xmlns:mc="http://schemas.openxmlformats.org/markup-compatibility/2006" xmlns:p14="http://schemas.microsoft.com/office/powerpoint/2010/main">
    <mc:Choice Requires="p14">
      <p:transition spd="slow" p14:dur="2000" advTm="141216"/>
    </mc:Choice>
    <mc:Fallback xmlns="">
      <p:transition spd="slow" advTm="14121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Radius Neighbor Classifier Code</a:t>
            </a:r>
          </a:p>
        </p:txBody>
      </p:sp>
      <p:pic>
        <p:nvPicPr>
          <p:cNvPr id="5" name="Picture 4">
            <a:extLst>
              <a:ext uri="{FF2B5EF4-FFF2-40B4-BE49-F238E27FC236}">
                <a16:creationId xmlns:a16="http://schemas.microsoft.com/office/drawing/2014/main" id="{D44D59DD-9019-085C-8A3F-F4F4FA56770E}"/>
              </a:ext>
            </a:extLst>
          </p:cNvPr>
          <p:cNvPicPr>
            <a:picLocks noChangeAspect="1"/>
          </p:cNvPicPr>
          <p:nvPr/>
        </p:nvPicPr>
        <p:blipFill>
          <a:blip r:embed="rId2"/>
          <a:stretch>
            <a:fillRect/>
          </a:stretch>
        </p:blipFill>
        <p:spPr>
          <a:xfrm>
            <a:off x="210790" y="942637"/>
            <a:ext cx="9324975" cy="5781675"/>
          </a:xfrm>
          <a:prstGeom prst="rect">
            <a:avLst/>
          </a:prstGeom>
        </p:spPr>
      </p:pic>
    </p:spTree>
    <p:extLst>
      <p:ext uri="{BB962C8B-B14F-4D97-AF65-F5344CB8AC3E}">
        <p14:creationId xmlns:p14="http://schemas.microsoft.com/office/powerpoint/2010/main" val="1068858961"/>
      </p:ext>
    </p:extLst>
  </p:cSld>
  <p:clrMapOvr>
    <a:masterClrMapping/>
  </p:clrMapOvr>
  <mc:AlternateContent xmlns:mc="http://schemas.openxmlformats.org/markup-compatibility/2006" xmlns:p14="http://schemas.microsoft.com/office/powerpoint/2010/main">
    <mc:Choice Requires="p14">
      <p:transition spd="slow" p14:dur="2000" advTm="300163"/>
    </mc:Choice>
    <mc:Fallback xmlns="">
      <p:transition spd="slow" advTm="30016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Radius Neighbor Classifier Results</a:t>
            </a:r>
          </a:p>
        </p:txBody>
      </p:sp>
      <p:pic>
        <p:nvPicPr>
          <p:cNvPr id="8" name="Picture 7">
            <a:extLst>
              <a:ext uri="{FF2B5EF4-FFF2-40B4-BE49-F238E27FC236}">
                <a16:creationId xmlns:a16="http://schemas.microsoft.com/office/drawing/2014/main" id="{4B1B14C7-3D5A-6D48-626D-5C7B45C4B77E}"/>
              </a:ext>
            </a:extLst>
          </p:cNvPr>
          <p:cNvPicPr>
            <a:picLocks noChangeAspect="1"/>
          </p:cNvPicPr>
          <p:nvPr/>
        </p:nvPicPr>
        <p:blipFill>
          <a:blip r:embed="rId2"/>
          <a:stretch>
            <a:fillRect/>
          </a:stretch>
        </p:blipFill>
        <p:spPr>
          <a:xfrm>
            <a:off x="331336" y="1238425"/>
            <a:ext cx="2428875" cy="4800600"/>
          </a:xfrm>
          <a:prstGeom prst="rect">
            <a:avLst/>
          </a:prstGeom>
        </p:spPr>
      </p:pic>
      <p:sp>
        <p:nvSpPr>
          <p:cNvPr id="9" name="TextBox 8">
            <a:extLst>
              <a:ext uri="{FF2B5EF4-FFF2-40B4-BE49-F238E27FC236}">
                <a16:creationId xmlns:a16="http://schemas.microsoft.com/office/drawing/2014/main" id="{68630A11-8817-7B73-2445-4959FE57F52D}"/>
              </a:ext>
            </a:extLst>
          </p:cNvPr>
          <p:cNvSpPr txBox="1"/>
          <p:nvPr/>
        </p:nvSpPr>
        <p:spPr>
          <a:xfrm>
            <a:off x="5561901" y="1105031"/>
            <a:ext cx="6402562" cy="4094198"/>
          </a:xfrm>
          <a:prstGeom prst="rect">
            <a:avLst/>
          </a:prstGeom>
          <a:noFill/>
        </p:spPr>
        <p:txBody>
          <a:bodyPr wrap="square" rtlCol="0">
            <a:spAutoFit/>
          </a:bodyPr>
          <a:lstStyle/>
          <a:p>
            <a:r>
              <a:rPr lang="en-US" dirty="0"/>
              <a:t>Confusion Matrix:</a:t>
            </a:r>
          </a:p>
          <a:p>
            <a:endParaRPr lang="en-US" dirty="0"/>
          </a:p>
          <a:p>
            <a:endParaRPr lang="en-US" dirty="0"/>
          </a:p>
          <a:p>
            <a:endParaRPr lang="en-US" dirty="0"/>
          </a:p>
          <a:p>
            <a:endParaRPr lang="en-US" dirty="0"/>
          </a:p>
          <a:p>
            <a:endParaRPr lang="en-US" dirty="0"/>
          </a:p>
          <a:p>
            <a:endParaRPr lang="en-US" sz="1200" dirty="0"/>
          </a:p>
          <a:p>
            <a:r>
              <a:rPr lang="en-US" dirty="0"/>
              <a:t>Performance Metrics:</a:t>
            </a:r>
          </a:p>
          <a:p>
            <a:r>
              <a:rPr lang="en-US" dirty="0"/>
              <a:t>	</a:t>
            </a:r>
          </a:p>
          <a:p>
            <a:endParaRPr lang="en-US" dirty="0"/>
          </a:p>
          <a:p>
            <a:endParaRPr lang="en-US" dirty="0"/>
          </a:p>
          <a:p>
            <a:endParaRPr lang="en-US" dirty="0"/>
          </a:p>
        </p:txBody>
      </p:sp>
      <p:pic>
        <p:nvPicPr>
          <p:cNvPr id="25" name="Picture 24">
            <a:extLst>
              <a:ext uri="{FF2B5EF4-FFF2-40B4-BE49-F238E27FC236}">
                <a16:creationId xmlns:a16="http://schemas.microsoft.com/office/drawing/2014/main" id="{F1B34C21-96EC-7016-4FA2-F872D67EFDBB}"/>
              </a:ext>
            </a:extLst>
          </p:cNvPr>
          <p:cNvPicPr>
            <a:picLocks noChangeAspect="1"/>
          </p:cNvPicPr>
          <p:nvPr/>
        </p:nvPicPr>
        <p:blipFill>
          <a:blip r:embed="rId3"/>
          <a:stretch>
            <a:fillRect/>
          </a:stretch>
        </p:blipFill>
        <p:spPr>
          <a:xfrm>
            <a:off x="6035213" y="3720223"/>
            <a:ext cx="3429000" cy="2381250"/>
          </a:xfrm>
          <a:prstGeom prst="rect">
            <a:avLst/>
          </a:prstGeom>
        </p:spPr>
      </p:pic>
      <p:sp>
        <p:nvSpPr>
          <p:cNvPr id="26" name="TextBox 25">
            <a:extLst>
              <a:ext uri="{FF2B5EF4-FFF2-40B4-BE49-F238E27FC236}">
                <a16:creationId xmlns:a16="http://schemas.microsoft.com/office/drawing/2014/main" id="{54BC70B8-B798-DDA6-50CD-A84F3990A6B1}"/>
              </a:ext>
            </a:extLst>
          </p:cNvPr>
          <p:cNvSpPr txBox="1"/>
          <p:nvPr/>
        </p:nvSpPr>
        <p:spPr>
          <a:xfrm>
            <a:off x="4744289" y="6201344"/>
            <a:ext cx="7288855" cy="369332"/>
          </a:xfrm>
          <a:prstGeom prst="rect">
            <a:avLst/>
          </a:prstGeom>
          <a:noFill/>
        </p:spPr>
        <p:txBody>
          <a:bodyPr wrap="none" rtlCol="0">
            <a:spAutoFit/>
          </a:bodyPr>
          <a:lstStyle/>
          <a:p>
            <a:r>
              <a:rPr lang="en-US" sz="1800" dirty="0">
                <a:solidFill>
                  <a:srgbClr val="002060"/>
                </a:solidFill>
              </a:rPr>
              <a:t>TP: true positive, TN: true negative, FP: false positive, and FN: false negative</a:t>
            </a:r>
          </a:p>
        </p:txBody>
      </p:sp>
      <p:graphicFrame>
        <p:nvGraphicFramePr>
          <p:cNvPr id="3" name="Table 18">
            <a:extLst>
              <a:ext uri="{FF2B5EF4-FFF2-40B4-BE49-F238E27FC236}">
                <a16:creationId xmlns:a16="http://schemas.microsoft.com/office/drawing/2014/main" id="{C1086BF2-A539-7E30-C786-7013AA237F58}"/>
              </a:ext>
            </a:extLst>
          </p:cNvPr>
          <p:cNvGraphicFramePr>
            <a:graphicFrameLocks noGrp="1"/>
          </p:cNvGraphicFramePr>
          <p:nvPr>
            <p:extLst>
              <p:ext uri="{D42A27DB-BD31-4B8C-83A1-F6EECF244321}">
                <p14:modId xmlns:p14="http://schemas.microsoft.com/office/powerpoint/2010/main" val="2972213233"/>
              </p:ext>
            </p:extLst>
          </p:nvPr>
        </p:nvGraphicFramePr>
        <p:xfrm>
          <a:off x="6035213" y="1662605"/>
          <a:ext cx="5131428" cy="1500044"/>
        </p:xfrm>
        <a:graphic>
          <a:graphicData uri="http://schemas.openxmlformats.org/drawingml/2006/table">
            <a:tbl>
              <a:tblPr firstRow="1" bandRow="1">
                <a:tableStyleId>{5C22544A-7EE6-4342-B048-85BDC9FD1C3A}</a:tableStyleId>
              </a:tblPr>
              <a:tblGrid>
                <a:gridCol w="1282857">
                  <a:extLst>
                    <a:ext uri="{9D8B030D-6E8A-4147-A177-3AD203B41FA5}">
                      <a16:colId xmlns:a16="http://schemas.microsoft.com/office/drawing/2014/main" val="1693757182"/>
                    </a:ext>
                  </a:extLst>
                </a:gridCol>
                <a:gridCol w="1282857">
                  <a:extLst>
                    <a:ext uri="{9D8B030D-6E8A-4147-A177-3AD203B41FA5}">
                      <a16:colId xmlns:a16="http://schemas.microsoft.com/office/drawing/2014/main" val="1007548437"/>
                    </a:ext>
                  </a:extLst>
                </a:gridCol>
                <a:gridCol w="1282857">
                  <a:extLst>
                    <a:ext uri="{9D8B030D-6E8A-4147-A177-3AD203B41FA5}">
                      <a16:colId xmlns:a16="http://schemas.microsoft.com/office/drawing/2014/main" val="1207515839"/>
                    </a:ext>
                  </a:extLst>
                </a:gridCol>
                <a:gridCol w="1282857">
                  <a:extLst>
                    <a:ext uri="{9D8B030D-6E8A-4147-A177-3AD203B41FA5}">
                      <a16:colId xmlns:a16="http://schemas.microsoft.com/office/drawing/2014/main" val="1012994354"/>
                    </a:ext>
                  </a:extLst>
                </a:gridCol>
              </a:tblGrid>
              <a:tr h="375011">
                <a:tc gridSpan="4">
                  <a:txBody>
                    <a:bodyPr/>
                    <a:lstStyle/>
                    <a:p>
                      <a:pPr algn="ctr"/>
                      <a:r>
                        <a:rPr lang="en-US" dirty="0">
                          <a:solidFill>
                            <a:schemeClr val="tx1"/>
                          </a:solidFill>
                        </a:rPr>
                        <a:t>True Label</a:t>
                      </a:r>
                    </a:p>
                  </a:txBody>
                  <a:tcPr anchor="ct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16529195"/>
                  </a:ext>
                </a:extLst>
              </a:tr>
              <a:tr h="375011">
                <a:tc rowSpan="3">
                  <a:txBody>
                    <a:bodyPr/>
                    <a:lstStyle/>
                    <a:p>
                      <a:pPr algn="ctr"/>
                      <a:r>
                        <a:rPr lang="en-US" b="1" dirty="0"/>
                        <a:t>Predicted Label</a:t>
                      </a:r>
                    </a:p>
                  </a:txBody>
                  <a:tcPr anchor="ctr"/>
                </a:tc>
                <a:tc>
                  <a:txBody>
                    <a:bodyPr/>
                    <a:lstStyle/>
                    <a:p>
                      <a:pPr algn="ctr"/>
                      <a:endParaRPr lang="en-US" dirty="0"/>
                    </a:p>
                  </a:txBody>
                  <a:tcPr anchor="ctr"/>
                </a:tc>
                <a:tc>
                  <a:txBody>
                    <a:bodyPr/>
                    <a:lstStyle/>
                    <a:p>
                      <a:pPr algn="ctr"/>
                      <a:r>
                        <a:rPr lang="en-US" dirty="0"/>
                        <a:t>Positive</a:t>
                      </a:r>
                    </a:p>
                  </a:txBody>
                  <a:tcPr anchor="ctr"/>
                </a:tc>
                <a:tc>
                  <a:txBody>
                    <a:bodyPr/>
                    <a:lstStyle/>
                    <a:p>
                      <a:pPr algn="ctr"/>
                      <a:r>
                        <a:rPr lang="en-US" dirty="0"/>
                        <a:t>Negative</a:t>
                      </a:r>
                    </a:p>
                  </a:txBody>
                  <a:tcPr anchor="ctr"/>
                </a:tc>
                <a:extLst>
                  <a:ext uri="{0D108BD9-81ED-4DB2-BD59-A6C34878D82A}">
                    <a16:rowId xmlns:a16="http://schemas.microsoft.com/office/drawing/2014/main" val="3032120063"/>
                  </a:ext>
                </a:extLst>
              </a:tr>
              <a:tr h="375011">
                <a:tc vMerge="1">
                  <a:txBody>
                    <a:bodyPr/>
                    <a:lstStyle/>
                    <a:p>
                      <a:endParaRPr lang="en-US" dirty="0"/>
                    </a:p>
                  </a:txBody>
                  <a:tcPr/>
                </a:tc>
                <a:tc>
                  <a:txBody>
                    <a:bodyPr/>
                    <a:lstStyle/>
                    <a:p>
                      <a:pPr algn="ctr"/>
                      <a:r>
                        <a:rPr lang="en-US" dirty="0"/>
                        <a:t>Positive</a:t>
                      </a:r>
                    </a:p>
                  </a:txBody>
                  <a:tcPr anchor="ctr"/>
                </a:tc>
                <a:tc>
                  <a:txBody>
                    <a:bodyPr/>
                    <a:lstStyle/>
                    <a:p>
                      <a:pPr algn="ctr"/>
                      <a:r>
                        <a:rPr lang="en-US" dirty="0">
                          <a:solidFill>
                            <a:srgbClr val="00B050"/>
                          </a:solidFill>
                        </a:rPr>
                        <a:t>TP</a:t>
                      </a:r>
                    </a:p>
                  </a:txBody>
                  <a:tcPr anchor="ctr"/>
                </a:tc>
                <a:tc>
                  <a:txBody>
                    <a:bodyPr/>
                    <a:lstStyle/>
                    <a:p>
                      <a:pPr algn="ctr"/>
                      <a:r>
                        <a:rPr lang="en-US" dirty="0">
                          <a:solidFill>
                            <a:srgbClr val="FF0000"/>
                          </a:solidFill>
                        </a:rPr>
                        <a:t>FP</a:t>
                      </a:r>
                    </a:p>
                  </a:txBody>
                  <a:tcPr anchor="ctr"/>
                </a:tc>
                <a:extLst>
                  <a:ext uri="{0D108BD9-81ED-4DB2-BD59-A6C34878D82A}">
                    <a16:rowId xmlns:a16="http://schemas.microsoft.com/office/drawing/2014/main" val="4074517183"/>
                  </a:ext>
                </a:extLst>
              </a:tr>
              <a:tr h="375011">
                <a:tc vMerge="1">
                  <a:txBody>
                    <a:bodyPr/>
                    <a:lstStyle/>
                    <a:p>
                      <a:endParaRPr lang="en-US" dirty="0"/>
                    </a:p>
                  </a:txBody>
                  <a:tcPr/>
                </a:tc>
                <a:tc>
                  <a:txBody>
                    <a:bodyPr/>
                    <a:lstStyle/>
                    <a:p>
                      <a:pPr algn="ctr"/>
                      <a:r>
                        <a:rPr lang="en-US" dirty="0"/>
                        <a:t>Negative</a:t>
                      </a:r>
                    </a:p>
                  </a:txBody>
                  <a:tcPr anchor="ctr"/>
                </a:tc>
                <a:tc>
                  <a:txBody>
                    <a:bodyPr/>
                    <a:lstStyle/>
                    <a:p>
                      <a:pPr algn="ctr"/>
                      <a:r>
                        <a:rPr lang="en-US" dirty="0">
                          <a:solidFill>
                            <a:srgbClr val="FF0000"/>
                          </a:solidFill>
                        </a:rPr>
                        <a:t>FN</a:t>
                      </a:r>
                    </a:p>
                  </a:txBody>
                  <a:tcPr anchor="ctr"/>
                </a:tc>
                <a:tc>
                  <a:txBody>
                    <a:bodyPr/>
                    <a:lstStyle/>
                    <a:p>
                      <a:pPr algn="ctr"/>
                      <a:r>
                        <a:rPr lang="en-US" dirty="0">
                          <a:solidFill>
                            <a:srgbClr val="00B050"/>
                          </a:solidFill>
                        </a:rPr>
                        <a:t>TN</a:t>
                      </a:r>
                    </a:p>
                  </a:txBody>
                  <a:tcPr anchor="ctr"/>
                </a:tc>
                <a:extLst>
                  <a:ext uri="{0D108BD9-81ED-4DB2-BD59-A6C34878D82A}">
                    <a16:rowId xmlns:a16="http://schemas.microsoft.com/office/drawing/2014/main" val="2053816320"/>
                  </a:ext>
                </a:extLst>
              </a:tr>
            </a:tbl>
          </a:graphicData>
        </a:graphic>
      </p:graphicFrame>
    </p:spTree>
    <p:extLst>
      <p:ext uri="{BB962C8B-B14F-4D97-AF65-F5344CB8AC3E}">
        <p14:creationId xmlns:p14="http://schemas.microsoft.com/office/powerpoint/2010/main" val="318527400"/>
      </p:ext>
    </p:extLst>
  </p:cSld>
  <p:clrMapOvr>
    <a:masterClrMapping/>
  </p:clrMapOvr>
  <mc:AlternateContent xmlns:mc="http://schemas.openxmlformats.org/markup-compatibility/2006" xmlns:p14="http://schemas.microsoft.com/office/powerpoint/2010/main">
    <mc:Choice Requires="p14">
      <p:transition spd="slow" p14:dur="2000" advTm="35781"/>
    </mc:Choice>
    <mc:Fallback xmlns="">
      <p:transition spd="slow" advTm="3578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Radius Neighbor Tuning with Validation Set</a:t>
            </a:r>
          </a:p>
        </p:txBody>
      </p:sp>
      <p:pic>
        <p:nvPicPr>
          <p:cNvPr id="7" name="Picture 6">
            <a:extLst>
              <a:ext uri="{FF2B5EF4-FFF2-40B4-BE49-F238E27FC236}">
                <a16:creationId xmlns:a16="http://schemas.microsoft.com/office/drawing/2014/main" id="{C57E7F61-4990-4461-A621-DE2ACE584634}"/>
              </a:ext>
            </a:extLst>
          </p:cNvPr>
          <p:cNvPicPr>
            <a:picLocks noChangeAspect="1"/>
          </p:cNvPicPr>
          <p:nvPr/>
        </p:nvPicPr>
        <p:blipFill>
          <a:blip r:embed="rId2"/>
          <a:stretch>
            <a:fillRect/>
          </a:stretch>
        </p:blipFill>
        <p:spPr>
          <a:xfrm>
            <a:off x="210790" y="1071562"/>
            <a:ext cx="9344025" cy="4714875"/>
          </a:xfrm>
          <a:prstGeom prst="rect">
            <a:avLst/>
          </a:prstGeom>
        </p:spPr>
      </p:pic>
    </p:spTree>
    <p:extLst>
      <p:ext uri="{BB962C8B-B14F-4D97-AF65-F5344CB8AC3E}">
        <p14:creationId xmlns:p14="http://schemas.microsoft.com/office/powerpoint/2010/main" val="504801043"/>
      </p:ext>
    </p:extLst>
  </p:cSld>
  <p:clrMapOvr>
    <a:masterClrMapping/>
  </p:clrMapOvr>
  <mc:AlternateContent xmlns:mc="http://schemas.openxmlformats.org/markup-compatibility/2006" xmlns:p14="http://schemas.microsoft.com/office/powerpoint/2010/main">
    <mc:Choice Requires="p14">
      <p:transition spd="slow" p14:dur="2000" advTm="171125"/>
    </mc:Choice>
    <mc:Fallback xmlns="">
      <p:transition spd="slow" advTm="17112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16" y="238760"/>
            <a:ext cx="11820817" cy="5871022"/>
          </a:xfrm>
          <a:solidFill>
            <a:schemeClr val="bg1"/>
          </a:solidFill>
          <a:ln>
            <a:solidFill>
              <a:schemeClr val="bg1"/>
            </a:solidFill>
          </a:ln>
        </p:spPr>
        <p:txBody>
          <a:bodyPr>
            <a:normAutofit/>
          </a:bodyPr>
          <a:lstStyle/>
          <a:p>
            <a:pPr algn="ctr">
              <a:lnSpc>
                <a:spcPct val="150000"/>
              </a:lnSpc>
            </a:pPr>
            <a:r>
              <a:rPr lang="en-US" sz="5400" b="1" dirty="0"/>
              <a:t>Decision Trees (DT)</a:t>
            </a:r>
          </a:p>
        </p:txBody>
      </p:sp>
    </p:spTree>
    <p:extLst>
      <p:ext uri="{BB962C8B-B14F-4D97-AF65-F5344CB8AC3E}">
        <p14:creationId xmlns:p14="http://schemas.microsoft.com/office/powerpoint/2010/main" val="1139613689"/>
      </p:ext>
    </p:extLst>
  </p:cSld>
  <p:clrMapOvr>
    <a:masterClrMapping/>
  </p:clrMapOvr>
  <mc:AlternateContent xmlns:mc="http://schemas.openxmlformats.org/markup-compatibility/2006" xmlns:p14="http://schemas.microsoft.com/office/powerpoint/2010/main">
    <mc:Choice Requires="p14">
      <p:transition spd="slow" p14:dur="2000" advTm="23328"/>
    </mc:Choice>
    <mc:Fallback xmlns="">
      <p:transition spd="slow" advTm="2332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2A8B43-CBCE-4EE5-8FC4-BB720327F043}"/>
              </a:ext>
            </a:extLst>
          </p:cNvPr>
          <p:cNvSpPr txBox="1"/>
          <p:nvPr/>
        </p:nvSpPr>
        <p:spPr>
          <a:xfrm>
            <a:off x="210791" y="998663"/>
            <a:ext cx="7509654" cy="5584606"/>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sz="2000" dirty="0">
                <a:solidFill>
                  <a:srgbClr val="002060"/>
                </a:solidFill>
              </a:rPr>
              <a:t>Decision trees represent a class of supervised learning, non-linear classifiers/regressors.</a:t>
            </a:r>
          </a:p>
          <a:p>
            <a:pPr marL="342900" indent="-342900">
              <a:lnSpc>
                <a:spcPct val="150000"/>
              </a:lnSpc>
              <a:buFont typeface="Wingdings" panose="05000000000000000000" pitchFamily="2" charset="2"/>
              <a:buChar char="q"/>
            </a:pPr>
            <a:r>
              <a:rPr lang="en-US" sz="2000" dirty="0">
                <a:solidFill>
                  <a:srgbClr val="002060"/>
                </a:solidFill>
              </a:rPr>
              <a:t>The features space is split into unique regions of specific classes sequentially.</a:t>
            </a:r>
          </a:p>
          <a:p>
            <a:pPr marL="342900" indent="-342900">
              <a:lnSpc>
                <a:spcPct val="150000"/>
              </a:lnSpc>
              <a:buFont typeface="Wingdings" panose="05000000000000000000" pitchFamily="2" charset="2"/>
              <a:buChar char="q"/>
            </a:pPr>
            <a:r>
              <a:rPr lang="en-US" sz="2000" dirty="0">
                <a:solidFill>
                  <a:srgbClr val="002060"/>
                </a:solidFill>
              </a:rPr>
              <a:t> Most popular decision trees those that can split the feature space into hyperrectangles with sides are parallel to the axes. In these algorithms, a tree is constructed with several nodes and the decision at each node is taken by asking a set of questions for the individual features such as is feature </a:t>
            </a:r>
            <a:r>
              <a:rPr lang="en-US" sz="2000" dirty="0">
                <a:solidFill>
                  <a:srgbClr val="FF0000"/>
                </a:solidFill>
              </a:rPr>
              <a:t>x</a:t>
            </a:r>
            <a:r>
              <a:rPr lang="en-US" sz="2000" baseline="-25000" dirty="0">
                <a:solidFill>
                  <a:srgbClr val="FF0000"/>
                </a:solidFill>
              </a:rPr>
              <a:t>i</a:t>
            </a:r>
            <a:r>
              <a:rPr lang="en-US" sz="2000" dirty="0">
                <a:solidFill>
                  <a:srgbClr val="FF0000"/>
                </a:solidFill>
              </a:rPr>
              <a:t> &gt; t</a:t>
            </a:r>
            <a:r>
              <a:rPr lang="en-US" sz="2000" dirty="0">
                <a:solidFill>
                  <a:srgbClr val="002060"/>
                </a:solidFill>
              </a:rPr>
              <a:t>, where </a:t>
            </a:r>
            <a:r>
              <a:rPr lang="en-US" sz="2000" dirty="0">
                <a:solidFill>
                  <a:srgbClr val="FF0000"/>
                </a:solidFill>
              </a:rPr>
              <a:t>t</a:t>
            </a:r>
            <a:r>
              <a:rPr lang="en-US" sz="2000" dirty="0">
                <a:solidFill>
                  <a:srgbClr val="002060"/>
                </a:solidFill>
              </a:rPr>
              <a:t> is a threshold. Since the answer is </a:t>
            </a:r>
            <a:r>
              <a:rPr lang="en-US" sz="2000" dirty="0">
                <a:solidFill>
                  <a:srgbClr val="FF0000"/>
                </a:solidFill>
              </a:rPr>
              <a:t>‘yes’ or ‘no’</a:t>
            </a:r>
            <a:r>
              <a:rPr lang="en-US" sz="2000" dirty="0">
                <a:solidFill>
                  <a:srgbClr val="002060"/>
                </a:solidFill>
              </a:rPr>
              <a:t>, these type of trees is known as ordinary binary classification trees (OBCTs).</a:t>
            </a:r>
          </a:p>
          <a:p>
            <a:pPr marL="342900" indent="-342900">
              <a:lnSpc>
                <a:spcPct val="150000"/>
              </a:lnSpc>
              <a:buFont typeface="Wingdings" panose="05000000000000000000" pitchFamily="2" charset="2"/>
              <a:buChar char="q"/>
            </a:pPr>
            <a:endParaRPr lang="en-US" sz="2000" dirty="0">
              <a:solidFill>
                <a:srgbClr val="002060"/>
              </a:solidFill>
            </a:endParaRPr>
          </a:p>
        </p:txBody>
      </p:sp>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Decision Trees (DT)</a:t>
            </a:r>
            <a:endParaRPr lang="en-US" sz="5400" b="1" i="1" dirty="0"/>
          </a:p>
        </p:txBody>
      </p:sp>
      <p:sp>
        <p:nvSpPr>
          <p:cNvPr id="2" name="Rectangle 1">
            <a:extLst>
              <a:ext uri="{FF2B5EF4-FFF2-40B4-BE49-F238E27FC236}">
                <a16:creationId xmlns:a16="http://schemas.microsoft.com/office/drawing/2014/main" id="{D7A3B37E-2C20-4B18-A657-220BD14F4556}"/>
              </a:ext>
            </a:extLst>
          </p:cNvPr>
          <p:cNvSpPr/>
          <p:nvPr/>
        </p:nvSpPr>
        <p:spPr>
          <a:xfrm>
            <a:off x="8924920" y="1108023"/>
            <a:ext cx="2515966" cy="2146806"/>
          </a:xfrm>
          <a:prstGeom prst="rect">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5B1C27AE-B299-48AC-8EB0-91E976A83763}"/>
              </a:ext>
            </a:extLst>
          </p:cNvPr>
          <p:cNvCxnSpPr/>
          <p:nvPr/>
        </p:nvCxnSpPr>
        <p:spPr>
          <a:xfrm>
            <a:off x="9557657" y="1121229"/>
            <a:ext cx="0" cy="2133600"/>
          </a:xfrm>
          <a:prstGeom prst="line">
            <a:avLst/>
          </a:prstGeom>
          <a:ln w="444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9A83FD-C006-4DD0-A417-CA915E68DD18}"/>
              </a:ext>
            </a:extLst>
          </p:cNvPr>
          <p:cNvCxnSpPr>
            <a:cxnSpLocks/>
          </p:cNvCxnSpPr>
          <p:nvPr/>
        </p:nvCxnSpPr>
        <p:spPr>
          <a:xfrm>
            <a:off x="10221685" y="1121229"/>
            <a:ext cx="0" cy="1055914"/>
          </a:xfrm>
          <a:prstGeom prst="line">
            <a:avLst/>
          </a:prstGeom>
          <a:ln w="444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0CC7D8-1BD3-454D-BAB1-5F826562B63D}"/>
              </a:ext>
            </a:extLst>
          </p:cNvPr>
          <p:cNvCxnSpPr>
            <a:cxnSpLocks/>
          </p:cNvCxnSpPr>
          <p:nvPr/>
        </p:nvCxnSpPr>
        <p:spPr>
          <a:xfrm>
            <a:off x="10842172" y="2177143"/>
            <a:ext cx="0" cy="1077686"/>
          </a:xfrm>
          <a:prstGeom prst="line">
            <a:avLst/>
          </a:prstGeom>
          <a:ln w="444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2A1B0FB-0BB9-4C63-AEAC-C62BFB307773}"/>
              </a:ext>
            </a:extLst>
          </p:cNvPr>
          <p:cNvCxnSpPr>
            <a:cxnSpLocks/>
          </p:cNvCxnSpPr>
          <p:nvPr/>
        </p:nvCxnSpPr>
        <p:spPr>
          <a:xfrm>
            <a:off x="10221685" y="1676400"/>
            <a:ext cx="1219201" cy="0"/>
          </a:xfrm>
          <a:prstGeom prst="line">
            <a:avLst/>
          </a:prstGeom>
          <a:ln w="444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A3472AD-A4C6-4C6E-8EC2-3B95288743B6}"/>
              </a:ext>
            </a:extLst>
          </p:cNvPr>
          <p:cNvCxnSpPr>
            <a:cxnSpLocks/>
          </p:cNvCxnSpPr>
          <p:nvPr/>
        </p:nvCxnSpPr>
        <p:spPr>
          <a:xfrm>
            <a:off x="9557657" y="2177143"/>
            <a:ext cx="1883229" cy="0"/>
          </a:xfrm>
          <a:prstGeom prst="line">
            <a:avLst/>
          </a:prstGeom>
          <a:ln w="444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325A5643-00A1-47EC-9681-E17BC6FFA88A}"/>
              </a:ext>
            </a:extLst>
          </p:cNvPr>
          <p:cNvSpPr/>
          <p:nvPr/>
        </p:nvSpPr>
        <p:spPr>
          <a:xfrm>
            <a:off x="9030357" y="1178152"/>
            <a:ext cx="429180" cy="1924420"/>
          </a:xfrm>
          <a:custGeom>
            <a:avLst/>
            <a:gdLst>
              <a:gd name="connsiteX0" fmla="*/ 102757 w 429180"/>
              <a:gd name="connsiteY0" fmla="*/ 280534 h 1924420"/>
              <a:gd name="connsiteX1" fmla="*/ 37443 w 429180"/>
              <a:gd name="connsiteY1" fmla="*/ 661534 h 1924420"/>
              <a:gd name="connsiteX2" fmla="*/ 4786 w 429180"/>
              <a:gd name="connsiteY2" fmla="*/ 1140505 h 1924420"/>
              <a:gd name="connsiteX3" fmla="*/ 4786 w 429180"/>
              <a:gd name="connsiteY3" fmla="*/ 1434419 h 1924420"/>
              <a:gd name="connsiteX4" fmla="*/ 48329 w 429180"/>
              <a:gd name="connsiteY4" fmla="*/ 1739219 h 1924420"/>
              <a:gd name="connsiteX5" fmla="*/ 255157 w 429180"/>
              <a:gd name="connsiteY5" fmla="*/ 1924277 h 1924420"/>
              <a:gd name="connsiteX6" fmla="*/ 407557 w 429180"/>
              <a:gd name="connsiteY6" fmla="*/ 1760991 h 1924420"/>
              <a:gd name="connsiteX7" fmla="*/ 353129 w 429180"/>
              <a:gd name="connsiteY7" fmla="*/ 1314677 h 1924420"/>
              <a:gd name="connsiteX8" fmla="*/ 266043 w 429180"/>
              <a:gd name="connsiteY8" fmla="*/ 901019 h 1924420"/>
              <a:gd name="connsiteX9" fmla="*/ 396672 w 429180"/>
              <a:gd name="connsiteY9" fmla="*/ 715962 h 1924420"/>
              <a:gd name="connsiteX10" fmla="*/ 418443 w 429180"/>
              <a:gd name="connsiteY10" fmla="*/ 356734 h 1924420"/>
              <a:gd name="connsiteX11" fmla="*/ 407557 w 429180"/>
              <a:gd name="connsiteY11" fmla="*/ 95477 h 1924420"/>
              <a:gd name="connsiteX12" fmla="*/ 178957 w 429180"/>
              <a:gd name="connsiteY12" fmla="*/ 8391 h 1924420"/>
              <a:gd name="connsiteX13" fmla="*/ 102757 w 429180"/>
              <a:gd name="connsiteY13" fmla="*/ 280534 h 192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9180" h="1924420">
                <a:moveTo>
                  <a:pt x="102757" y="280534"/>
                </a:moveTo>
                <a:cubicBezTo>
                  <a:pt x="79171" y="389391"/>
                  <a:pt x="53771" y="518206"/>
                  <a:pt x="37443" y="661534"/>
                </a:cubicBezTo>
                <a:cubicBezTo>
                  <a:pt x="21114" y="804863"/>
                  <a:pt x="10229" y="1011691"/>
                  <a:pt x="4786" y="1140505"/>
                </a:cubicBezTo>
                <a:cubicBezTo>
                  <a:pt x="-657" y="1269319"/>
                  <a:pt x="-2471" y="1334633"/>
                  <a:pt x="4786" y="1434419"/>
                </a:cubicBezTo>
                <a:cubicBezTo>
                  <a:pt x="12043" y="1534205"/>
                  <a:pt x="6601" y="1657576"/>
                  <a:pt x="48329" y="1739219"/>
                </a:cubicBezTo>
                <a:cubicBezTo>
                  <a:pt x="90057" y="1820862"/>
                  <a:pt x="195286" y="1920648"/>
                  <a:pt x="255157" y="1924277"/>
                </a:cubicBezTo>
                <a:cubicBezTo>
                  <a:pt x="315028" y="1927906"/>
                  <a:pt x="391228" y="1862591"/>
                  <a:pt x="407557" y="1760991"/>
                </a:cubicBezTo>
                <a:cubicBezTo>
                  <a:pt x="423886" y="1659391"/>
                  <a:pt x="376715" y="1458006"/>
                  <a:pt x="353129" y="1314677"/>
                </a:cubicBezTo>
                <a:cubicBezTo>
                  <a:pt x="329543" y="1171348"/>
                  <a:pt x="258786" y="1000805"/>
                  <a:pt x="266043" y="901019"/>
                </a:cubicBezTo>
                <a:cubicBezTo>
                  <a:pt x="273300" y="801233"/>
                  <a:pt x="371272" y="806676"/>
                  <a:pt x="396672" y="715962"/>
                </a:cubicBezTo>
                <a:cubicBezTo>
                  <a:pt x="422072" y="625248"/>
                  <a:pt x="416629" y="460148"/>
                  <a:pt x="418443" y="356734"/>
                </a:cubicBezTo>
                <a:cubicBezTo>
                  <a:pt x="420257" y="253320"/>
                  <a:pt x="447471" y="153534"/>
                  <a:pt x="407557" y="95477"/>
                </a:cubicBezTo>
                <a:cubicBezTo>
                  <a:pt x="367643" y="37420"/>
                  <a:pt x="226128" y="-22452"/>
                  <a:pt x="178957" y="8391"/>
                </a:cubicBezTo>
                <a:cubicBezTo>
                  <a:pt x="131786" y="39234"/>
                  <a:pt x="126343" y="171677"/>
                  <a:pt x="102757" y="28053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55F721BC-1A7F-497A-8032-727E7B5AEA64}"/>
              </a:ext>
            </a:extLst>
          </p:cNvPr>
          <p:cNvSpPr/>
          <p:nvPr/>
        </p:nvSpPr>
        <p:spPr>
          <a:xfrm>
            <a:off x="9675538" y="1243340"/>
            <a:ext cx="491719" cy="811691"/>
          </a:xfrm>
          <a:custGeom>
            <a:avLst/>
            <a:gdLst>
              <a:gd name="connsiteX0" fmla="*/ 328403 w 491719"/>
              <a:gd name="connsiteY0" fmla="*/ 79 h 811691"/>
              <a:gd name="connsiteX1" fmla="*/ 121575 w 491719"/>
              <a:gd name="connsiteY1" fmla="*/ 108936 h 811691"/>
              <a:gd name="connsiteX2" fmla="*/ 88918 w 491719"/>
              <a:gd name="connsiteY2" fmla="*/ 468164 h 811691"/>
              <a:gd name="connsiteX3" fmla="*/ 12718 w 491719"/>
              <a:gd name="connsiteY3" fmla="*/ 751193 h 811691"/>
              <a:gd name="connsiteX4" fmla="*/ 382832 w 491719"/>
              <a:gd name="connsiteY4" fmla="*/ 794736 h 811691"/>
              <a:gd name="connsiteX5" fmla="*/ 491689 w 491719"/>
              <a:gd name="connsiteY5" fmla="*/ 533479 h 811691"/>
              <a:gd name="connsiteX6" fmla="*/ 393718 w 491719"/>
              <a:gd name="connsiteY6" fmla="*/ 402850 h 811691"/>
              <a:gd name="connsiteX7" fmla="*/ 371946 w 491719"/>
              <a:gd name="connsiteY7" fmla="*/ 98050 h 811691"/>
              <a:gd name="connsiteX8" fmla="*/ 328403 w 491719"/>
              <a:gd name="connsiteY8" fmla="*/ 79 h 811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719" h="811691">
                <a:moveTo>
                  <a:pt x="328403" y="79"/>
                </a:moveTo>
                <a:cubicBezTo>
                  <a:pt x="286675" y="1893"/>
                  <a:pt x="161489" y="30922"/>
                  <a:pt x="121575" y="108936"/>
                </a:cubicBezTo>
                <a:cubicBezTo>
                  <a:pt x="81661" y="186950"/>
                  <a:pt x="107061" y="361121"/>
                  <a:pt x="88918" y="468164"/>
                </a:cubicBezTo>
                <a:cubicBezTo>
                  <a:pt x="70775" y="575207"/>
                  <a:pt x="-36268" y="696764"/>
                  <a:pt x="12718" y="751193"/>
                </a:cubicBezTo>
                <a:cubicBezTo>
                  <a:pt x="61704" y="805622"/>
                  <a:pt x="303004" y="831022"/>
                  <a:pt x="382832" y="794736"/>
                </a:cubicBezTo>
                <a:cubicBezTo>
                  <a:pt x="462660" y="758450"/>
                  <a:pt x="489875" y="598793"/>
                  <a:pt x="491689" y="533479"/>
                </a:cubicBezTo>
                <a:cubicBezTo>
                  <a:pt x="493503" y="468165"/>
                  <a:pt x="413675" y="475422"/>
                  <a:pt x="393718" y="402850"/>
                </a:cubicBezTo>
                <a:cubicBezTo>
                  <a:pt x="373761" y="330278"/>
                  <a:pt x="384646" y="168807"/>
                  <a:pt x="371946" y="98050"/>
                </a:cubicBezTo>
                <a:cubicBezTo>
                  <a:pt x="359246" y="27293"/>
                  <a:pt x="370131" y="-1735"/>
                  <a:pt x="328403" y="79"/>
                </a:cubicBezTo>
                <a:close/>
              </a:path>
            </a:pathLst>
          </a:cu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95B9E0A-26B4-4B69-B8FA-97550407DCB2}"/>
              </a:ext>
            </a:extLst>
          </p:cNvPr>
          <p:cNvSpPr/>
          <p:nvPr/>
        </p:nvSpPr>
        <p:spPr>
          <a:xfrm>
            <a:off x="9762666" y="2339398"/>
            <a:ext cx="935336" cy="787917"/>
          </a:xfrm>
          <a:custGeom>
            <a:avLst/>
            <a:gdLst>
              <a:gd name="connsiteX0" fmla="*/ 56248 w 935336"/>
              <a:gd name="connsiteY0" fmla="*/ 44573 h 787917"/>
              <a:gd name="connsiteX1" fmla="*/ 371934 w 935336"/>
              <a:gd name="connsiteY1" fmla="*/ 1031 h 787917"/>
              <a:gd name="connsiteX2" fmla="*/ 850905 w 935336"/>
              <a:gd name="connsiteY2" fmla="*/ 77231 h 787917"/>
              <a:gd name="connsiteX3" fmla="*/ 927105 w 935336"/>
              <a:gd name="connsiteY3" fmla="*/ 501773 h 787917"/>
              <a:gd name="connsiteX4" fmla="*/ 752934 w 935336"/>
              <a:gd name="connsiteY4" fmla="*/ 458231 h 787917"/>
              <a:gd name="connsiteX5" fmla="*/ 578763 w 935336"/>
              <a:gd name="connsiteY5" fmla="*/ 588859 h 787917"/>
              <a:gd name="connsiteX6" fmla="*/ 459020 w 935336"/>
              <a:gd name="connsiteY6" fmla="*/ 784802 h 787917"/>
              <a:gd name="connsiteX7" fmla="*/ 121563 w 935336"/>
              <a:gd name="connsiteY7" fmla="*/ 697716 h 787917"/>
              <a:gd name="connsiteX8" fmla="*/ 197763 w 935336"/>
              <a:gd name="connsiteY8" fmla="*/ 545316 h 787917"/>
              <a:gd name="connsiteX9" fmla="*/ 219534 w 935336"/>
              <a:gd name="connsiteY9" fmla="*/ 392916 h 787917"/>
              <a:gd name="connsiteX10" fmla="*/ 1820 w 935336"/>
              <a:gd name="connsiteY10" fmla="*/ 316716 h 787917"/>
              <a:gd name="connsiteX11" fmla="*/ 110677 w 935336"/>
              <a:gd name="connsiteY11" fmla="*/ 196973 h 787917"/>
              <a:gd name="connsiteX12" fmla="*/ 56248 w 935336"/>
              <a:gd name="connsiteY12" fmla="*/ 44573 h 78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5336" h="787917">
                <a:moveTo>
                  <a:pt x="56248" y="44573"/>
                </a:moveTo>
                <a:cubicBezTo>
                  <a:pt x="99791" y="11916"/>
                  <a:pt x="239491" y="-4412"/>
                  <a:pt x="371934" y="1031"/>
                </a:cubicBezTo>
                <a:cubicBezTo>
                  <a:pt x="504377" y="6474"/>
                  <a:pt x="758376" y="-6226"/>
                  <a:pt x="850905" y="77231"/>
                </a:cubicBezTo>
                <a:cubicBezTo>
                  <a:pt x="943434" y="160688"/>
                  <a:pt x="943433" y="438273"/>
                  <a:pt x="927105" y="501773"/>
                </a:cubicBezTo>
                <a:cubicBezTo>
                  <a:pt x="910777" y="565273"/>
                  <a:pt x="810991" y="443717"/>
                  <a:pt x="752934" y="458231"/>
                </a:cubicBezTo>
                <a:cubicBezTo>
                  <a:pt x="694877" y="472745"/>
                  <a:pt x="627749" y="534431"/>
                  <a:pt x="578763" y="588859"/>
                </a:cubicBezTo>
                <a:cubicBezTo>
                  <a:pt x="529777" y="643287"/>
                  <a:pt x="535220" y="766659"/>
                  <a:pt x="459020" y="784802"/>
                </a:cubicBezTo>
                <a:cubicBezTo>
                  <a:pt x="382820" y="802945"/>
                  <a:pt x="165106" y="737630"/>
                  <a:pt x="121563" y="697716"/>
                </a:cubicBezTo>
                <a:cubicBezTo>
                  <a:pt x="78020" y="657802"/>
                  <a:pt x="181435" y="596116"/>
                  <a:pt x="197763" y="545316"/>
                </a:cubicBezTo>
                <a:cubicBezTo>
                  <a:pt x="214092" y="494516"/>
                  <a:pt x="252191" y="431016"/>
                  <a:pt x="219534" y="392916"/>
                </a:cubicBezTo>
                <a:cubicBezTo>
                  <a:pt x="186877" y="354816"/>
                  <a:pt x="19963" y="349373"/>
                  <a:pt x="1820" y="316716"/>
                </a:cubicBezTo>
                <a:cubicBezTo>
                  <a:pt x="-16323" y="284059"/>
                  <a:pt x="107048" y="238702"/>
                  <a:pt x="110677" y="196973"/>
                </a:cubicBezTo>
                <a:cubicBezTo>
                  <a:pt x="114306" y="155244"/>
                  <a:pt x="12705" y="77230"/>
                  <a:pt x="56248" y="44573"/>
                </a:cubicBezTo>
                <a:close/>
              </a:path>
            </a:pathLst>
          </a:cu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EC779D55-6D19-42FC-80CF-CE0A43F1D8B5}"/>
              </a:ext>
            </a:extLst>
          </p:cNvPr>
          <p:cNvSpPr/>
          <p:nvPr/>
        </p:nvSpPr>
        <p:spPr>
          <a:xfrm>
            <a:off x="10448234" y="1229971"/>
            <a:ext cx="758003" cy="392624"/>
          </a:xfrm>
          <a:custGeom>
            <a:avLst/>
            <a:gdLst>
              <a:gd name="connsiteX0" fmla="*/ 666080 w 758003"/>
              <a:gd name="connsiteY0" fmla="*/ 11000 h 392624"/>
              <a:gd name="connsiteX1" fmla="*/ 132680 w 758003"/>
              <a:gd name="connsiteY1" fmla="*/ 21886 h 392624"/>
              <a:gd name="connsiteX2" fmla="*/ 2052 w 758003"/>
              <a:gd name="connsiteY2" fmla="*/ 185172 h 392624"/>
              <a:gd name="connsiteX3" fmla="*/ 197995 w 758003"/>
              <a:gd name="connsiteY3" fmla="*/ 283143 h 392624"/>
              <a:gd name="connsiteX4" fmla="*/ 372166 w 758003"/>
              <a:gd name="connsiteY4" fmla="*/ 392000 h 392624"/>
              <a:gd name="connsiteX5" fmla="*/ 404823 w 758003"/>
              <a:gd name="connsiteY5" fmla="*/ 326686 h 392624"/>
              <a:gd name="connsiteX6" fmla="*/ 709623 w 758003"/>
              <a:gd name="connsiteY6" fmla="*/ 304915 h 392624"/>
              <a:gd name="connsiteX7" fmla="*/ 753166 w 758003"/>
              <a:gd name="connsiteY7" fmla="*/ 108972 h 392624"/>
              <a:gd name="connsiteX8" fmla="*/ 666080 w 758003"/>
              <a:gd name="connsiteY8" fmla="*/ 11000 h 392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8003" h="392624">
                <a:moveTo>
                  <a:pt x="666080" y="11000"/>
                </a:moveTo>
                <a:cubicBezTo>
                  <a:pt x="562666" y="-3514"/>
                  <a:pt x="243351" y="-7143"/>
                  <a:pt x="132680" y="21886"/>
                </a:cubicBezTo>
                <a:cubicBezTo>
                  <a:pt x="22009" y="50915"/>
                  <a:pt x="-8834" y="141629"/>
                  <a:pt x="2052" y="185172"/>
                </a:cubicBezTo>
                <a:cubicBezTo>
                  <a:pt x="12938" y="228715"/>
                  <a:pt x="136309" y="248672"/>
                  <a:pt x="197995" y="283143"/>
                </a:cubicBezTo>
                <a:cubicBezTo>
                  <a:pt x="259681" y="317614"/>
                  <a:pt x="337695" y="384743"/>
                  <a:pt x="372166" y="392000"/>
                </a:cubicBezTo>
                <a:cubicBezTo>
                  <a:pt x="406637" y="399257"/>
                  <a:pt x="348580" y="341200"/>
                  <a:pt x="404823" y="326686"/>
                </a:cubicBezTo>
                <a:cubicBezTo>
                  <a:pt x="461066" y="312172"/>
                  <a:pt x="651566" y="341201"/>
                  <a:pt x="709623" y="304915"/>
                </a:cubicBezTo>
                <a:cubicBezTo>
                  <a:pt x="767680" y="268629"/>
                  <a:pt x="760423" y="157958"/>
                  <a:pt x="753166" y="108972"/>
                </a:cubicBezTo>
                <a:cubicBezTo>
                  <a:pt x="745909" y="59986"/>
                  <a:pt x="769494" y="25514"/>
                  <a:pt x="666080" y="11000"/>
                </a:cubicBezTo>
                <a:close/>
              </a:path>
            </a:pathLst>
          </a:custGeom>
          <a:solidFill>
            <a:srgbClr val="B529A1"/>
          </a:solidFill>
          <a:ln>
            <a:solidFill>
              <a:srgbClr val="B529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E4934BAE-8C8E-4A72-8982-2D4D0941DB95}"/>
              </a:ext>
            </a:extLst>
          </p:cNvPr>
          <p:cNvSpPr/>
          <p:nvPr/>
        </p:nvSpPr>
        <p:spPr>
          <a:xfrm rot="10800000">
            <a:off x="10349876" y="1760577"/>
            <a:ext cx="919292" cy="339508"/>
          </a:xfrm>
          <a:custGeom>
            <a:avLst/>
            <a:gdLst>
              <a:gd name="connsiteX0" fmla="*/ 905953 w 919292"/>
              <a:gd name="connsiteY0" fmla="*/ 89994 h 339508"/>
              <a:gd name="connsiteX1" fmla="*/ 905953 w 919292"/>
              <a:gd name="connsiteY1" fmla="*/ 329480 h 339508"/>
              <a:gd name="connsiteX2" fmla="*/ 764438 w 919292"/>
              <a:gd name="connsiteY2" fmla="*/ 296823 h 339508"/>
              <a:gd name="connsiteX3" fmla="*/ 416095 w 919292"/>
              <a:gd name="connsiteY3" fmla="*/ 318594 h 339508"/>
              <a:gd name="connsiteX4" fmla="*/ 67753 w 919292"/>
              <a:gd name="connsiteY4" fmla="*/ 329480 h 339508"/>
              <a:gd name="connsiteX5" fmla="*/ 67753 w 919292"/>
              <a:gd name="connsiteY5" fmla="*/ 220623 h 339508"/>
              <a:gd name="connsiteX6" fmla="*/ 13324 w 919292"/>
              <a:gd name="connsiteY6" fmla="*/ 57337 h 339508"/>
              <a:gd name="connsiteX7" fmla="*/ 350781 w 919292"/>
              <a:gd name="connsiteY7" fmla="*/ 2909 h 339508"/>
              <a:gd name="connsiteX8" fmla="*/ 459638 w 919292"/>
              <a:gd name="connsiteY8" fmla="*/ 133537 h 339508"/>
              <a:gd name="connsiteX9" fmla="*/ 568495 w 919292"/>
              <a:gd name="connsiteY9" fmla="*/ 35566 h 339508"/>
              <a:gd name="connsiteX10" fmla="*/ 840638 w 919292"/>
              <a:gd name="connsiteY10" fmla="*/ 35566 h 339508"/>
              <a:gd name="connsiteX11" fmla="*/ 905953 w 919292"/>
              <a:gd name="connsiteY11" fmla="*/ 89994 h 33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9292" h="339508">
                <a:moveTo>
                  <a:pt x="905953" y="89994"/>
                </a:moveTo>
                <a:cubicBezTo>
                  <a:pt x="916839" y="138980"/>
                  <a:pt x="929539" y="295009"/>
                  <a:pt x="905953" y="329480"/>
                </a:cubicBezTo>
                <a:cubicBezTo>
                  <a:pt x="882367" y="363951"/>
                  <a:pt x="846081" y="298637"/>
                  <a:pt x="764438" y="296823"/>
                </a:cubicBezTo>
                <a:cubicBezTo>
                  <a:pt x="682795" y="295009"/>
                  <a:pt x="532209" y="313151"/>
                  <a:pt x="416095" y="318594"/>
                </a:cubicBezTo>
                <a:cubicBezTo>
                  <a:pt x="299981" y="324037"/>
                  <a:pt x="125810" y="345808"/>
                  <a:pt x="67753" y="329480"/>
                </a:cubicBezTo>
                <a:cubicBezTo>
                  <a:pt x="9696" y="313152"/>
                  <a:pt x="76824" y="265980"/>
                  <a:pt x="67753" y="220623"/>
                </a:cubicBezTo>
                <a:cubicBezTo>
                  <a:pt x="58681" y="175266"/>
                  <a:pt x="-33847" y="93623"/>
                  <a:pt x="13324" y="57337"/>
                </a:cubicBezTo>
                <a:cubicBezTo>
                  <a:pt x="60495" y="21051"/>
                  <a:pt x="276395" y="-9791"/>
                  <a:pt x="350781" y="2909"/>
                </a:cubicBezTo>
                <a:cubicBezTo>
                  <a:pt x="425167" y="15609"/>
                  <a:pt x="423352" y="128094"/>
                  <a:pt x="459638" y="133537"/>
                </a:cubicBezTo>
                <a:cubicBezTo>
                  <a:pt x="495924" y="138980"/>
                  <a:pt x="504995" y="51894"/>
                  <a:pt x="568495" y="35566"/>
                </a:cubicBezTo>
                <a:cubicBezTo>
                  <a:pt x="631995" y="19238"/>
                  <a:pt x="788024" y="26495"/>
                  <a:pt x="840638" y="35566"/>
                </a:cubicBezTo>
                <a:cubicBezTo>
                  <a:pt x="893252" y="44637"/>
                  <a:pt x="895067" y="41008"/>
                  <a:pt x="905953" y="89994"/>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DF17406-7D49-4BE6-9025-1D22250FC5E1}"/>
              </a:ext>
            </a:extLst>
          </p:cNvPr>
          <p:cNvSpPr/>
          <p:nvPr/>
        </p:nvSpPr>
        <p:spPr>
          <a:xfrm>
            <a:off x="10903709" y="2294763"/>
            <a:ext cx="459234" cy="841566"/>
          </a:xfrm>
          <a:custGeom>
            <a:avLst/>
            <a:gdLst>
              <a:gd name="connsiteX0" fmla="*/ 341234 w 459234"/>
              <a:gd name="connsiteY0" fmla="*/ 23894 h 841566"/>
              <a:gd name="connsiteX1" fmla="*/ 58205 w 459234"/>
              <a:gd name="connsiteY1" fmla="*/ 45666 h 841566"/>
              <a:gd name="connsiteX2" fmla="*/ 47320 w 459234"/>
              <a:gd name="connsiteY2" fmla="*/ 459323 h 841566"/>
              <a:gd name="connsiteX3" fmla="*/ 3777 w 459234"/>
              <a:gd name="connsiteY3" fmla="*/ 698808 h 841566"/>
              <a:gd name="connsiteX4" fmla="*/ 156177 w 459234"/>
              <a:gd name="connsiteY4" fmla="*/ 840323 h 841566"/>
              <a:gd name="connsiteX5" fmla="*/ 265034 w 459234"/>
              <a:gd name="connsiteY5" fmla="*/ 753237 h 841566"/>
              <a:gd name="connsiteX6" fmla="*/ 199720 w 459234"/>
              <a:gd name="connsiteY6" fmla="*/ 513751 h 841566"/>
              <a:gd name="connsiteX7" fmla="*/ 428320 w 459234"/>
              <a:gd name="connsiteY7" fmla="*/ 448437 h 841566"/>
              <a:gd name="connsiteX8" fmla="*/ 450091 w 459234"/>
              <a:gd name="connsiteY8" fmla="*/ 165408 h 841566"/>
              <a:gd name="connsiteX9" fmla="*/ 341234 w 459234"/>
              <a:gd name="connsiteY9" fmla="*/ 23894 h 84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9234" h="841566">
                <a:moveTo>
                  <a:pt x="341234" y="23894"/>
                </a:moveTo>
                <a:cubicBezTo>
                  <a:pt x="275920" y="3937"/>
                  <a:pt x="107191" y="-26906"/>
                  <a:pt x="58205" y="45666"/>
                </a:cubicBezTo>
                <a:cubicBezTo>
                  <a:pt x="9219" y="118238"/>
                  <a:pt x="56391" y="350466"/>
                  <a:pt x="47320" y="459323"/>
                </a:cubicBezTo>
                <a:cubicBezTo>
                  <a:pt x="38249" y="568180"/>
                  <a:pt x="-14366" y="635308"/>
                  <a:pt x="3777" y="698808"/>
                </a:cubicBezTo>
                <a:cubicBezTo>
                  <a:pt x="21920" y="762308"/>
                  <a:pt x="112634" y="831252"/>
                  <a:pt x="156177" y="840323"/>
                </a:cubicBezTo>
                <a:cubicBezTo>
                  <a:pt x="199720" y="849394"/>
                  <a:pt x="257777" y="807666"/>
                  <a:pt x="265034" y="753237"/>
                </a:cubicBezTo>
                <a:cubicBezTo>
                  <a:pt x="272291" y="698808"/>
                  <a:pt x="172506" y="564551"/>
                  <a:pt x="199720" y="513751"/>
                </a:cubicBezTo>
                <a:cubicBezTo>
                  <a:pt x="226934" y="462951"/>
                  <a:pt x="386592" y="506494"/>
                  <a:pt x="428320" y="448437"/>
                </a:cubicBezTo>
                <a:cubicBezTo>
                  <a:pt x="470048" y="390380"/>
                  <a:pt x="460977" y="236165"/>
                  <a:pt x="450091" y="165408"/>
                </a:cubicBezTo>
                <a:cubicBezTo>
                  <a:pt x="439205" y="94651"/>
                  <a:pt x="406548" y="43851"/>
                  <a:pt x="341234" y="23894"/>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4F9B2C3-473E-4B9B-942A-44EC6FECE7AC}"/>
              </a:ext>
            </a:extLst>
          </p:cNvPr>
          <p:cNvSpPr txBox="1"/>
          <p:nvPr/>
        </p:nvSpPr>
        <p:spPr>
          <a:xfrm>
            <a:off x="8986767" y="2055031"/>
            <a:ext cx="426720" cy="42582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a:t>
            </a:r>
          </a:p>
        </p:txBody>
      </p:sp>
      <p:sp>
        <p:nvSpPr>
          <p:cNvPr id="27" name="TextBox 26">
            <a:extLst>
              <a:ext uri="{FF2B5EF4-FFF2-40B4-BE49-F238E27FC236}">
                <a16:creationId xmlns:a16="http://schemas.microsoft.com/office/drawing/2014/main" id="{F78ACCC4-88EA-4E4A-BB5E-6E5FC23FA1DB}"/>
              </a:ext>
            </a:extLst>
          </p:cNvPr>
          <p:cNvSpPr txBox="1"/>
          <p:nvPr/>
        </p:nvSpPr>
        <p:spPr>
          <a:xfrm>
            <a:off x="9760162" y="1544562"/>
            <a:ext cx="426720" cy="42582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2</a:t>
            </a:r>
          </a:p>
        </p:txBody>
      </p:sp>
      <p:sp>
        <p:nvSpPr>
          <p:cNvPr id="28" name="TextBox 27">
            <a:extLst>
              <a:ext uri="{FF2B5EF4-FFF2-40B4-BE49-F238E27FC236}">
                <a16:creationId xmlns:a16="http://schemas.microsoft.com/office/drawing/2014/main" id="{0B14B802-7A88-41C4-A314-8A66D58B8A3C}"/>
              </a:ext>
            </a:extLst>
          </p:cNvPr>
          <p:cNvSpPr txBox="1"/>
          <p:nvPr/>
        </p:nvSpPr>
        <p:spPr>
          <a:xfrm>
            <a:off x="10030099" y="2406923"/>
            <a:ext cx="426720" cy="42582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3</a:t>
            </a:r>
          </a:p>
        </p:txBody>
      </p:sp>
      <p:sp>
        <p:nvSpPr>
          <p:cNvPr id="29" name="TextBox 28">
            <a:extLst>
              <a:ext uri="{FF2B5EF4-FFF2-40B4-BE49-F238E27FC236}">
                <a16:creationId xmlns:a16="http://schemas.microsoft.com/office/drawing/2014/main" id="{CA237AA7-C5D2-45D2-A862-F2C4B6779F80}"/>
              </a:ext>
            </a:extLst>
          </p:cNvPr>
          <p:cNvSpPr txBox="1"/>
          <p:nvPr/>
        </p:nvSpPr>
        <p:spPr>
          <a:xfrm>
            <a:off x="10628812" y="1121229"/>
            <a:ext cx="426720" cy="42582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4</a:t>
            </a:r>
          </a:p>
        </p:txBody>
      </p:sp>
      <p:sp>
        <p:nvSpPr>
          <p:cNvPr id="33" name="TextBox 32">
            <a:extLst>
              <a:ext uri="{FF2B5EF4-FFF2-40B4-BE49-F238E27FC236}">
                <a16:creationId xmlns:a16="http://schemas.microsoft.com/office/drawing/2014/main" id="{6390E2CC-1582-4C96-8B6D-87B8D82865DC}"/>
              </a:ext>
            </a:extLst>
          </p:cNvPr>
          <p:cNvSpPr txBox="1"/>
          <p:nvPr/>
        </p:nvSpPr>
        <p:spPr>
          <a:xfrm>
            <a:off x="10804788" y="1697515"/>
            <a:ext cx="426720" cy="42582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5</a:t>
            </a:r>
          </a:p>
        </p:txBody>
      </p:sp>
      <p:sp>
        <p:nvSpPr>
          <p:cNvPr id="35" name="TextBox 34">
            <a:extLst>
              <a:ext uri="{FF2B5EF4-FFF2-40B4-BE49-F238E27FC236}">
                <a16:creationId xmlns:a16="http://schemas.microsoft.com/office/drawing/2014/main" id="{6B73C83D-93A6-4C10-85D5-B067794B2BC2}"/>
              </a:ext>
            </a:extLst>
          </p:cNvPr>
          <p:cNvSpPr txBox="1"/>
          <p:nvPr/>
        </p:nvSpPr>
        <p:spPr>
          <a:xfrm>
            <a:off x="10936223" y="2328941"/>
            <a:ext cx="426720" cy="42582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6</a:t>
            </a:r>
          </a:p>
        </p:txBody>
      </p:sp>
      <p:sp>
        <p:nvSpPr>
          <p:cNvPr id="37" name="TextBox 36">
            <a:extLst>
              <a:ext uri="{FF2B5EF4-FFF2-40B4-BE49-F238E27FC236}">
                <a16:creationId xmlns:a16="http://schemas.microsoft.com/office/drawing/2014/main" id="{78A38E64-666F-42FC-82F8-73956BE22D05}"/>
              </a:ext>
            </a:extLst>
          </p:cNvPr>
          <p:cNvSpPr txBox="1"/>
          <p:nvPr/>
        </p:nvSpPr>
        <p:spPr>
          <a:xfrm>
            <a:off x="9271857" y="3288441"/>
            <a:ext cx="436338" cy="307777"/>
          </a:xfrm>
          <a:prstGeom prst="rect">
            <a:avLst/>
          </a:prstGeom>
          <a:noFill/>
        </p:spPr>
        <p:txBody>
          <a:bodyPr wrap="none" rtlCol="0">
            <a:spAutoFit/>
          </a:bodyPr>
          <a:lstStyle/>
          <a:p>
            <a:r>
              <a:rPr lang="en-US" sz="1400" dirty="0">
                <a:solidFill>
                  <a:srgbClr val="0070C0"/>
                </a:solidFill>
              </a:rPr>
              <a:t>1/4</a:t>
            </a:r>
          </a:p>
        </p:txBody>
      </p:sp>
      <p:sp>
        <p:nvSpPr>
          <p:cNvPr id="40" name="TextBox 39">
            <a:extLst>
              <a:ext uri="{FF2B5EF4-FFF2-40B4-BE49-F238E27FC236}">
                <a16:creationId xmlns:a16="http://schemas.microsoft.com/office/drawing/2014/main" id="{AEEFE1A4-4965-43DB-AF76-FD2AE0637916}"/>
              </a:ext>
            </a:extLst>
          </p:cNvPr>
          <p:cNvSpPr txBox="1"/>
          <p:nvPr/>
        </p:nvSpPr>
        <p:spPr>
          <a:xfrm>
            <a:off x="8456009" y="2579467"/>
            <a:ext cx="436338" cy="307777"/>
          </a:xfrm>
          <a:prstGeom prst="rect">
            <a:avLst/>
          </a:prstGeom>
          <a:noFill/>
        </p:spPr>
        <p:txBody>
          <a:bodyPr wrap="none" rtlCol="0">
            <a:spAutoFit/>
          </a:bodyPr>
          <a:lstStyle/>
          <a:p>
            <a:r>
              <a:rPr lang="en-US" sz="1400" dirty="0">
                <a:solidFill>
                  <a:srgbClr val="0070C0"/>
                </a:solidFill>
              </a:rPr>
              <a:t>1/4</a:t>
            </a:r>
          </a:p>
        </p:txBody>
      </p:sp>
      <p:sp>
        <p:nvSpPr>
          <p:cNvPr id="42" name="TextBox 41">
            <a:extLst>
              <a:ext uri="{FF2B5EF4-FFF2-40B4-BE49-F238E27FC236}">
                <a16:creationId xmlns:a16="http://schemas.microsoft.com/office/drawing/2014/main" id="{B6025903-8947-4D58-9E57-568FFDAFB960}"/>
              </a:ext>
            </a:extLst>
          </p:cNvPr>
          <p:cNvSpPr txBox="1"/>
          <p:nvPr/>
        </p:nvSpPr>
        <p:spPr>
          <a:xfrm>
            <a:off x="10011896" y="3288441"/>
            <a:ext cx="436338" cy="307777"/>
          </a:xfrm>
          <a:prstGeom prst="rect">
            <a:avLst/>
          </a:prstGeom>
          <a:noFill/>
        </p:spPr>
        <p:txBody>
          <a:bodyPr wrap="none" rtlCol="0">
            <a:spAutoFit/>
          </a:bodyPr>
          <a:lstStyle/>
          <a:p>
            <a:r>
              <a:rPr lang="en-US" sz="1400" dirty="0">
                <a:solidFill>
                  <a:srgbClr val="0070C0"/>
                </a:solidFill>
              </a:rPr>
              <a:t>1/2</a:t>
            </a:r>
          </a:p>
        </p:txBody>
      </p:sp>
      <p:sp>
        <p:nvSpPr>
          <p:cNvPr id="44" name="TextBox 43">
            <a:extLst>
              <a:ext uri="{FF2B5EF4-FFF2-40B4-BE49-F238E27FC236}">
                <a16:creationId xmlns:a16="http://schemas.microsoft.com/office/drawing/2014/main" id="{B3D158B2-7862-4B7D-B4FA-07E6886461B0}"/>
              </a:ext>
            </a:extLst>
          </p:cNvPr>
          <p:cNvSpPr txBox="1"/>
          <p:nvPr/>
        </p:nvSpPr>
        <p:spPr>
          <a:xfrm>
            <a:off x="8456009" y="2011217"/>
            <a:ext cx="436338" cy="307777"/>
          </a:xfrm>
          <a:prstGeom prst="rect">
            <a:avLst/>
          </a:prstGeom>
          <a:noFill/>
        </p:spPr>
        <p:txBody>
          <a:bodyPr wrap="none" rtlCol="0">
            <a:spAutoFit/>
          </a:bodyPr>
          <a:lstStyle/>
          <a:p>
            <a:r>
              <a:rPr lang="en-US" sz="1400" dirty="0">
                <a:solidFill>
                  <a:srgbClr val="0070C0"/>
                </a:solidFill>
              </a:rPr>
              <a:t>1/2</a:t>
            </a:r>
          </a:p>
        </p:txBody>
      </p:sp>
      <p:sp>
        <p:nvSpPr>
          <p:cNvPr id="46" name="TextBox 45">
            <a:extLst>
              <a:ext uri="{FF2B5EF4-FFF2-40B4-BE49-F238E27FC236}">
                <a16:creationId xmlns:a16="http://schemas.microsoft.com/office/drawing/2014/main" id="{770BDAE6-6D57-4C43-9F50-2DEF93FDC7EA}"/>
              </a:ext>
            </a:extLst>
          </p:cNvPr>
          <p:cNvSpPr txBox="1"/>
          <p:nvPr/>
        </p:nvSpPr>
        <p:spPr>
          <a:xfrm>
            <a:off x="10676231" y="3298583"/>
            <a:ext cx="436338" cy="307777"/>
          </a:xfrm>
          <a:prstGeom prst="rect">
            <a:avLst/>
          </a:prstGeom>
          <a:noFill/>
        </p:spPr>
        <p:txBody>
          <a:bodyPr wrap="none" rtlCol="0">
            <a:spAutoFit/>
          </a:bodyPr>
          <a:lstStyle/>
          <a:p>
            <a:r>
              <a:rPr lang="en-US" sz="1400" dirty="0">
                <a:solidFill>
                  <a:srgbClr val="0070C0"/>
                </a:solidFill>
              </a:rPr>
              <a:t>3/4</a:t>
            </a:r>
          </a:p>
        </p:txBody>
      </p:sp>
      <p:sp>
        <p:nvSpPr>
          <p:cNvPr id="48" name="TextBox 47">
            <a:extLst>
              <a:ext uri="{FF2B5EF4-FFF2-40B4-BE49-F238E27FC236}">
                <a16:creationId xmlns:a16="http://schemas.microsoft.com/office/drawing/2014/main" id="{2DEAAD54-9224-4DAD-BEEF-9AC4AF1CFFF1}"/>
              </a:ext>
            </a:extLst>
          </p:cNvPr>
          <p:cNvSpPr txBox="1"/>
          <p:nvPr/>
        </p:nvSpPr>
        <p:spPr>
          <a:xfrm>
            <a:off x="8451608" y="1449696"/>
            <a:ext cx="436338" cy="307777"/>
          </a:xfrm>
          <a:prstGeom prst="rect">
            <a:avLst/>
          </a:prstGeom>
          <a:noFill/>
        </p:spPr>
        <p:txBody>
          <a:bodyPr wrap="none" rtlCol="0">
            <a:spAutoFit/>
          </a:bodyPr>
          <a:lstStyle/>
          <a:p>
            <a:r>
              <a:rPr lang="en-US" sz="1400" dirty="0">
                <a:solidFill>
                  <a:srgbClr val="0070C0"/>
                </a:solidFill>
              </a:rPr>
              <a:t>3/4</a:t>
            </a:r>
          </a:p>
        </p:txBody>
      </p:sp>
      <p:sp>
        <p:nvSpPr>
          <p:cNvPr id="52" name="TextBox 51">
            <a:extLst>
              <a:ext uri="{FF2B5EF4-FFF2-40B4-BE49-F238E27FC236}">
                <a16:creationId xmlns:a16="http://schemas.microsoft.com/office/drawing/2014/main" id="{B5A46B55-7883-4ABF-8207-5B783AEC9119}"/>
              </a:ext>
            </a:extLst>
          </p:cNvPr>
          <p:cNvSpPr txBox="1"/>
          <p:nvPr/>
        </p:nvSpPr>
        <p:spPr>
          <a:xfrm>
            <a:off x="11240194" y="3298583"/>
            <a:ext cx="381836" cy="400110"/>
          </a:xfrm>
          <a:prstGeom prst="rect">
            <a:avLst/>
          </a:prstGeom>
          <a:noFill/>
        </p:spPr>
        <p:txBody>
          <a:bodyPr wrap="none" rtlCol="0">
            <a:spAutoFit/>
          </a:bodyPr>
          <a:lstStyle/>
          <a:p>
            <a:r>
              <a:rPr lang="en-US" sz="2000" i="1" dirty="0">
                <a:solidFill>
                  <a:srgbClr val="FF0000"/>
                </a:solidFill>
              </a:rPr>
              <a:t>x</a:t>
            </a:r>
            <a:r>
              <a:rPr lang="en-US" sz="2000" i="1" baseline="-25000" dirty="0">
                <a:solidFill>
                  <a:srgbClr val="FF0000"/>
                </a:solidFill>
              </a:rPr>
              <a:t>1</a:t>
            </a:r>
          </a:p>
        </p:txBody>
      </p:sp>
      <p:sp>
        <p:nvSpPr>
          <p:cNvPr id="54" name="TextBox 53">
            <a:extLst>
              <a:ext uri="{FF2B5EF4-FFF2-40B4-BE49-F238E27FC236}">
                <a16:creationId xmlns:a16="http://schemas.microsoft.com/office/drawing/2014/main" id="{32C94A85-486C-4E31-B741-367615C5DD14}"/>
              </a:ext>
            </a:extLst>
          </p:cNvPr>
          <p:cNvSpPr txBox="1"/>
          <p:nvPr/>
        </p:nvSpPr>
        <p:spPr>
          <a:xfrm>
            <a:off x="8425875" y="944084"/>
            <a:ext cx="381836" cy="400110"/>
          </a:xfrm>
          <a:prstGeom prst="rect">
            <a:avLst/>
          </a:prstGeom>
          <a:noFill/>
        </p:spPr>
        <p:txBody>
          <a:bodyPr wrap="none" rtlCol="0">
            <a:spAutoFit/>
          </a:bodyPr>
          <a:lstStyle/>
          <a:p>
            <a:r>
              <a:rPr lang="en-US" sz="2000" i="1" dirty="0">
                <a:solidFill>
                  <a:srgbClr val="FF0000"/>
                </a:solidFill>
              </a:rPr>
              <a:t>x</a:t>
            </a:r>
            <a:r>
              <a:rPr lang="en-US" sz="2000" i="1" baseline="-25000" dirty="0">
                <a:solidFill>
                  <a:srgbClr val="FF0000"/>
                </a:solidFill>
              </a:rPr>
              <a:t>2</a:t>
            </a:r>
          </a:p>
        </p:txBody>
      </p:sp>
      <p:grpSp>
        <p:nvGrpSpPr>
          <p:cNvPr id="134" name="Group 133">
            <a:extLst>
              <a:ext uri="{FF2B5EF4-FFF2-40B4-BE49-F238E27FC236}">
                <a16:creationId xmlns:a16="http://schemas.microsoft.com/office/drawing/2014/main" id="{A35D0D6B-C19C-44FE-B9BF-C7690BC99445}"/>
              </a:ext>
            </a:extLst>
          </p:cNvPr>
          <p:cNvGrpSpPr/>
          <p:nvPr/>
        </p:nvGrpSpPr>
        <p:grpSpPr>
          <a:xfrm>
            <a:off x="7847779" y="3469719"/>
            <a:ext cx="3362858" cy="2820415"/>
            <a:chOff x="7847779" y="3469719"/>
            <a:chExt cx="3362858" cy="2820415"/>
          </a:xfrm>
        </p:grpSpPr>
        <p:sp>
          <p:nvSpPr>
            <p:cNvPr id="93" name="TextBox 92">
              <a:extLst>
                <a:ext uri="{FF2B5EF4-FFF2-40B4-BE49-F238E27FC236}">
                  <a16:creationId xmlns:a16="http://schemas.microsoft.com/office/drawing/2014/main" id="{59FD9512-FB6D-4DBB-BF01-271CDAA75E7D}"/>
                </a:ext>
              </a:extLst>
            </p:cNvPr>
            <p:cNvSpPr txBox="1"/>
            <p:nvPr/>
          </p:nvSpPr>
          <p:spPr>
            <a:xfrm>
              <a:off x="8125278" y="3469719"/>
              <a:ext cx="731348" cy="307777"/>
            </a:xfrm>
            <a:prstGeom prst="rect">
              <a:avLst/>
            </a:prstGeom>
            <a:noFill/>
          </p:spPr>
          <p:txBody>
            <a:bodyPr wrap="square">
              <a:spAutoFit/>
            </a:bodyPr>
            <a:lstStyle/>
            <a:p>
              <a:r>
                <a:rPr lang="en-US" sz="1400" b="1" i="1" dirty="0">
                  <a:solidFill>
                    <a:srgbClr val="FF0000"/>
                  </a:solidFill>
                </a:rPr>
                <a:t>X</a:t>
              </a:r>
              <a:r>
                <a:rPr lang="en-US" sz="1400" b="1" i="1" baseline="-25000" dirty="0">
                  <a:solidFill>
                    <a:srgbClr val="FF0000"/>
                  </a:solidFill>
                </a:rPr>
                <a:t>1</a:t>
              </a:r>
              <a:r>
                <a:rPr lang="en-US" sz="1400" b="1" i="1" dirty="0">
                  <a:solidFill>
                    <a:srgbClr val="FF0000"/>
                  </a:solidFill>
                </a:rPr>
                <a:t>&gt;1/4</a:t>
              </a:r>
            </a:p>
          </p:txBody>
        </p:sp>
        <p:grpSp>
          <p:nvGrpSpPr>
            <p:cNvPr id="133" name="Group 132">
              <a:extLst>
                <a:ext uri="{FF2B5EF4-FFF2-40B4-BE49-F238E27FC236}">
                  <a16:creationId xmlns:a16="http://schemas.microsoft.com/office/drawing/2014/main" id="{506422CD-3C71-40AC-B7B1-8C22C302FA0F}"/>
                </a:ext>
              </a:extLst>
            </p:cNvPr>
            <p:cNvGrpSpPr/>
            <p:nvPr/>
          </p:nvGrpSpPr>
          <p:grpSpPr>
            <a:xfrm>
              <a:off x="7847779" y="3778739"/>
              <a:ext cx="3362858" cy="2511395"/>
              <a:chOff x="8389459" y="3647991"/>
              <a:chExt cx="3362858" cy="2511395"/>
            </a:xfrm>
          </p:grpSpPr>
          <p:grpSp>
            <p:nvGrpSpPr>
              <p:cNvPr id="79" name="Group 78">
                <a:extLst>
                  <a:ext uri="{FF2B5EF4-FFF2-40B4-BE49-F238E27FC236}">
                    <a16:creationId xmlns:a16="http://schemas.microsoft.com/office/drawing/2014/main" id="{A54A88C0-B8A0-49FB-88FF-17A5027897FC}"/>
                  </a:ext>
                </a:extLst>
              </p:cNvPr>
              <p:cNvGrpSpPr/>
              <p:nvPr/>
            </p:nvGrpSpPr>
            <p:grpSpPr>
              <a:xfrm>
                <a:off x="10554554" y="5359689"/>
                <a:ext cx="811398" cy="458225"/>
                <a:chOff x="10554554" y="5359689"/>
                <a:chExt cx="811398" cy="458225"/>
              </a:xfrm>
            </p:grpSpPr>
            <p:cxnSp>
              <p:nvCxnSpPr>
                <p:cNvPr id="77" name="Straight Arrow Connector 76">
                  <a:extLst>
                    <a:ext uri="{FF2B5EF4-FFF2-40B4-BE49-F238E27FC236}">
                      <a16:creationId xmlns:a16="http://schemas.microsoft.com/office/drawing/2014/main" id="{4FEC3330-CDE7-4E81-BA6C-67E0607FCC5B}"/>
                    </a:ext>
                  </a:extLst>
                </p:cNvPr>
                <p:cNvCxnSpPr>
                  <a:cxnSpLocks/>
                </p:cNvCxnSpPr>
                <p:nvPr/>
              </p:nvCxnSpPr>
              <p:spPr>
                <a:xfrm flipH="1" flipV="1">
                  <a:off x="10903709" y="5359689"/>
                  <a:ext cx="462243" cy="445336"/>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E4AD3C8E-A000-4AED-B4FF-231A4F7F60C9}"/>
                    </a:ext>
                  </a:extLst>
                </p:cNvPr>
                <p:cNvCxnSpPr>
                  <a:cxnSpLocks/>
                </p:cNvCxnSpPr>
                <p:nvPr/>
              </p:nvCxnSpPr>
              <p:spPr>
                <a:xfrm flipV="1">
                  <a:off x="10554554" y="5366816"/>
                  <a:ext cx="354421" cy="451098"/>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3A6BE22F-5292-4AC7-8100-2FB69E109364}"/>
                  </a:ext>
                </a:extLst>
              </p:cNvPr>
              <p:cNvGrpSpPr/>
              <p:nvPr/>
            </p:nvGrpSpPr>
            <p:grpSpPr>
              <a:xfrm>
                <a:off x="9971470" y="4758153"/>
                <a:ext cx="811398" cy="458225"/>
                <a:chOff x="10554554" y="5359689"/>
                <a:chExt cx="811398" cy="458225"/>
              </a:xfrm>
            </p:grpSpPr>
            <p:cxnSp>
              <p:nvCxnSpPr>
                <p:cNvPr id="81" name="Straight Arrow Connector 80">
                  <a:extLst>
                    <a:ext uri="{FF2B5EF4-FFF2-40B4-BE49-F238E27FC236}">
                      <a16:creationId xmlns:a16="http://schemas.microsoft.com/office/drawing/2014/main" id="{03E22469-4BFD-49F8-A2BB-00156EFFB428}"/>
                    </a:ext>
                  </a:extLst>
                </p:cNvPr>
                <p:cNvCxnSpPr>
                  <a:cxnSpLocks/>
                </p:cNvCxnSpPr>
                <p:nvPr/>
              </p:nvCxnSpPr>
              <p:spPr>
                <a:xfrm flipH="1" flipV="1">
                  <a:off x="10903709" y="5359689"/>
                  <a:ext cx="462243" cy="445336"/>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2596B1C9-879C-4221-8BB7-BA1F27A15138}"/>
                    </a:ext>
                  </a:extLst>
                </p:cNvPr>
                <p:cNvCxnSpPr>
                  <a:cxnSpLocks/>
                </p:cNvCxnSpPr>
                <p:nvPr/>
              </p:nvCxnSpPr>
              <p:spPr>
                <a:xfrm flipV="1">
                  <a:off x="10554554" y="5366816"/>
                  <a:ext cx="354421" cy="451098"/>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5856F716-032A-400B-8547-CC2326836050}"/>
                  </a:ext>
                </a:extLst>
              </p:cNvPr>
              <p:cNvGrpSpPr/>
              <p:nvPr/>
            </p:nvGrpSpPr>
            <p:grpSpPr>
              <a:xfrm>
                <a:off x="9338599" y="4196089"/>
                <a:ext cx="811398" cy="458225"/>
                <a:chOff x="10554554" y="5359689"/>
                <a:chExt cx="811398" cy="458225"/>
              </a:xfrm>
            </p:grpSpPr>
            <p:cxnSp>
              <p:nvCxnSpPr>
                <p:cNvPr id="84" name="Straight Arrow Connector 83">
                  <a:extLst>
                    <a:ext uri="{FF2B5EF4-FFF2-40B4-BE49-F238E27FC236}">
                      <a16:creationId xmlns:a16="http://schemas.microsoft.com/office/drawing/2014/main" id="{0EA8C7CE-794F-4F44-BBBE-60E75B5C1E35}"/>
                    </a:ext>
                  </a:extLst>
                </p:cNvPr>
                <p:cNvCxnSpPr>
                  <a:cxnSpLocks/>
                </p:cNvCxnSpPr>
                <p:nvPr/>
              </p:nvCxnSpPr>
              <p:spPr>
                <a:xfrm flipH="1" flipV="1">
                  <a:off x="10903709" y="5359689"/>
                  <a:ext cx="462243" cy="445336"/>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77CCD4D0-4174-43FA-83D9-6B7C13998051}"/>
                    </a:ext>
                  </a:extLst>
                </p:cNvPr>
                <p:cNvCxnSpPr>
                  <a:cxnSpLocks/>
                </p:cNvCxnSpPr>
                <p:nvPr/>
              </p:nvCxnSpPr>
              <p:spPr>
                <a:xfrm flipV="1">
                  <a:off x="10554554" y="5366816"/>
                  <a:ext cx="354421" cy="451098"/>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058C51D2-967D-4F61-885B-20D9D409243B}"/>
                  </a:ext>
                </a:extLst>
              </p:cNvPr>
              <p:cNvGrpSpPr/>
              <p:nvPr/>
            </p:nvGrpSpPr>
            <p:grpSpPr>
              <a:xfrm>
                <a:off x="8675744" y="3654397"/>
                <a:ext cx="811398" cy="458225"/>
                <a:chOff x="10554554" y="5359689"/>
                <a:chExt cx="811398" cy="458225"/>
              </a:xfrm>
            </p:grpSpPr>
            <p:cxnSp>
              <p:nvCxnSpPr>
                <p:cNvPr id="87" name="Straight Arrow Connector 86">
                  <a:extLst>
                    <a:ext uri="{FF2B5EF4-FFF2-40B4-BE49-F238E27FC236}">
                      <a16:creationId xmlns:a16="http://schemas.microsoft.com/office/drawing/2014/main" id="{03A60E22-4634-420C-A9E6-6FA1CBDBDDAA}"/>
                    </a:ext>
                  </a:extLst>
                </p:cNvPr>
                <p:cNvCxnSpPr>
                  <a:cxnSpLocks/>
                </p:cNvCxnSpPr>
                <p:nvPr/>
              </p:nvCxnSpPr>
              <p:spPr>
                <a:xfrm flipH="1" flipV="1">
                  <a:off x="10903709" y="5359689"/>
                  <a:ext cx="462243" cy="445336"/>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1BC42E6A-9496-4D9B-A5D8-9712B694C6CB}"/>
                    </a:ext>
                  </a:extLst>
                </p:cNvPr>
                <p:cNvCxnSpPr>
                  <a:cxnSpLocks/>
                </p:cNvCxnSpPr>
                <p:nvPr/>
              </p:nvCxnSpPr>
              <p:spPr>
                <a:xfrm flipV="1">
                  <a:off x="10554554" y="5366816"/>
                  <a:ext cx="354421" cy="451098"/>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1731D1A4-3602-4AF1-8368-43FB3721FD76}"/>
                  </a:ext>
                </a:extLst>
              </p:cNvPr>
              <p:cNvGrpSpPr/>
              <p:nvPr/>
            </p:nvGrpSpPr>
            <p:grpSpPr>
              <a:xfrm>
                <a:off x="8849834" y="4727703"/>
                <a:ext cx="811398" cy="458225"/>
                <a:chOff x="10554554" y="5359689"/>
                <a:chExt cx="811398" cy="458225"/>
              </a:xfrm>
            </p:grpSpPr>
            <p:cxnSp>
              <p:nvCxnSpPr>
                <p:cNvPr id="90" name="Straight Arrow Connector 89">
                  <a:extLst>
                    <a:ext uri="{FF2B5EF4-FFF2-40B4-BE49-F238E27FC236}">
                      <a16:creationId xmlns:a16="http://schemas.microsoft.com/office/drawing/2014/main" id="{554C787C-4A43-4B0D-8F50-F8D7DDE1B53E}"/>
                    </a:ext>
                  </a:extLst>
                </p:cNvPr>
                <p:cNvCxnSpPr>
                  <a:cxnSpLocks/>
                </p:cNvCxnSpPr>
                <p:nvPr/>
              </p:nvCxnSpPr>
              <p:spPr>
                <a:xfrm flipH="1" flipV="1">
                  <a:off x="10903709" y="5359689"/>
                  <a:ext cx="462243" cy="445336"/>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88EA17F-A1E0-49CF-8373-477E48AFA650}"/>
                    </a:ext>
                  </a:extLst>
                </p:cNvPr>
                <p:cNvCxnSpPr>
                  <a:cxnSpLocks/>
                </p:cNvCxnSpPr>
                <p:nvPr/>
              </p:nvCxnSpPr>
              <p:spPr>
                <a:xfrm flipV="1">
                  <a:off x="10554554" y="5366816"/>
                  <a:ext cx="354421" cy="451098"/>
                </a:xfrm>
                <a:prstGeom prst="straightConnector1">
                  <a:avLst/>
                </a:prstGeom>
                <a:ln w="38100">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94" name="TextBox 93">
                <a:extLst>
                  <a:ext uri="{FF2B5EF4-FFF2-40B4-BE49-F238E27FC236}">
                    <a16:creationId xmlns:a16="http://schemas.microsoft.com/office/drawing/2014/main" id="{1EDB0E80-0A9B-4291-A66B-2031FD9784EF}"/>
                  </a:ext>
                </a:extLst>
              </p:cNvPr>
              <p:cNvSpPr txBox="1"/>
              <p:nvPr/>
            </p:nvSpPr>
            <p:spPr>
              <a:xfrm>
                <a:off x="8451608" y="3693554"/>
                <a:ext cx="373820" cy="307777"/>
              </a:xfrm>
              <a:prstGeom prst="rect">
                <a:avLst/>
              </a:prstGeom>
              <a:noFill/>
            </p:spPr>
            <p:txBody>
              <a:bodyPr wrap="none" rtlCol="0">
                <a:spAutoFit/>
              </a:bodyPr>
              <a:lstStyle/>
              <a:p>
                <a:r>
                  <a:rPr lang="en-US" sz="1400" dirty="0"/>
                  <a:t>no</a:t>
                </a:r>
              </a:p>
            </p:txBody>
          </p:sp>
          <p:sp>
            <p:nvSpPr>
              <p:cNvPr id="96" name="TextBox 95">
                <a:extLst>
                  <a:ext uri="{FF2B5EF4-FFF2-40B4-BE49-F238E27FC236}">
                    <a16:creationId xmlns:a16="http://schemas.microsoft.com/office/drawing/2014/main" id="{29F4020E-D8A9-460B-87CF-E0B3F24ADEB4}"/>
                  </a:ext>
                </a:extLst>
              </p:cNvPr>
              <p:cNvSpPr txBox="1"/>
              <p:nvPr/>
            </p:nvSpPr>
            <p:spPr>
              <a:xfrm>
                <a:off x="9247267" y="3647991"/>
                <a:ext cx="424540" cy="307777"/>
              </a:xfrm>
              <a:prstGeom prst="rect">
                <a:avLst/>
              </a:prstGeom>
              <a:noFill/>
            </p:spPr>
            <p:txBody>
              <a:bodyPr wrap="none" rtlCol="0">
                <a:spAutoFit/>
              </a:bodyPr>
              <a:lstStyle/>
              <a:p>
                <a:r>
                  <a:rPr lang="en-US" sz="1400" dirty="0"/>
                  <a:t>yes</a:t>
                </a:r>
              </a:p>
            </p:txBody>
          </p:sp>
          <p:sp>
            <p:nvSpPr>
              <p:cNvPr id="98" name="TextBox 97">
                <a:extLst>
                  <a:ext uri="{FF2B5EF4-FFF2-40B4-BE49-F238E27FC236}">
                    <a16:creationId xmlns:a16="http://schemas.microsoft.com/office/drawing/2014/main" id="{1FA449D1-ADEC-4520-A572-352DF9CCD8DD}"/>
                  </a:ext>
                </a:extLst>
              </p:cNvPr>
              <p:cNvSpPr txBox="1"/>
              <p:nvPr/>
            </p:nvSpPr>
            <p:spPr>
              <a:xfrm>
                <a:off x="8389459" y="4091252"/>
                <a:ext cx="426720" cy="425822"/>
              </a:xfrm>
              <a:prstGeom prst="rect">
                <a:avLst/>
              </a:prstGeom>
              <a:noFill/>
            </p:spPr>
            <p:txBody>
              <a:bodyPr wrap="none" rtlCol="0">
                <a:spAutoFit/>
              </a:bodyPr>
              <a:lstStyle/>
              <a:p>
                <a:r>
                  <a:rPr lang="en-US" b="1" dirty="0">
                    <a:solidFill>
                      <a:srgbClr val="00B050"/>
                    </a:solidFill>
                  </a:rPr>
                  <a:t>C</a:t>
                </a:r>
                <a:r>
                  <a:rPr lang="en-US" b="1" baseline="-25000" dirty="0">
                    <a:solidFill>
                      <a:srgbClr val="00B050"/>
                    </a:solidFill>
                  </a:rPr>
                  <a:t>1</a:t>
                </a:r>
              </a:p>
            </p:txBody>
          </p:sp>
          <p:sp>
            <p:nvSpPr>
              <p:cNvPr id="100" name="TextBox 99">
                <a:extLst>
                  <a:ext uri="{FF2B5EF4-FFF2-40B4-BE49-F238E27FC236}">
                    <a16:creationId xmlns:a16="http://schemas.microsoft.com/office/drawing/2014/main" id="{1C1A55AD-2571-4CA0-8300-010A50912377}"/>
                  </a:ext>
                </a:extLst>
              </p:cNvPr>
              <p:cNvSpPr txBox="1"/>
              <p:nvPr/>
            </p:nvSpPr>
            <p:spPr>
              <a:xfrm>
                <a:off x="9643687" y="3863912"/>
                <a:ext cx="731348" cy="307777"/>
              </a:xfrm>
              <a:prstGeom prst="rect">
                <a:avLst/>
              </a:prstGeom>
              <a:noFill/>
            </p:spPr>
            <p:txBody>
              <a:bodyPr wrap="square">
                <a:spAutoFit/>
              </a:bodyPr>
              <a:lstStyle/>
              <a:p>
                <a:r>
                  <a:rPr lang="en-US" sz="1400" b="1" i="1" dirty="0">
                    <a:solidFill>
                      <a:srgbClr val="FF0000"/>
                    </a:solidFill>
                  </a:rPr>
                  <a:t>X</a:t>
                </a:r>
                <a:r>
                  <a:rPr lang="en-US" sz="1400" b="1" i="1" baseline="-25000" dirty="0">
                    <a:solidFill>
                      <a:srgbClr val="FF0000"/>
                    </a:solidFill>
                  </a:rPr>
                  <a:t>2</a:t>
                </a:r>
                <a:r>
                  <a:rPr lang="en-US" sz="1400" b="1" i="1" dirty="0">
                    <a:solidFill>
                      <a:srgbClr val="FF0000"/>
                    </a:solidFill>
                  </a:rPr>
                  <a:t>&gt;1/2</a:t>
                </a:r>
              </a:p>
            </p:txBody>
          </p:sp>
          <p:sp>
            <p:nvSpPr>
              <p:cNvPr id="102" name="TextBox 101">
                <a:extLst>
                  <a:ext uri="{FF2B5EF4-FFF2-40B4-BE49-F238E27FC236}">
                    <a16:creationId xmlns:a16="http://schemas.microsoft.com/office/drawing/2014/main" id="{91249F40-1A8D-493C-9B9E-444898997456}"/>
                  </a:ext>
                </a:extLst>
              </p:cNvPr>
              <p:cNvSpPr txBox="1"/>
              <p:nvPr/>
            </p:nvSpPr>
            <p:spPr>
              <a:xfrm>
                <a:off x="9994129" y="4150274"/>
                <a:ext cx="424540" cy="307777"/>
              </a:xfrm>
              <a:prstGeom prst="rect">
                <a:avLst/>
              </a:prstGeom>
              <a:noFill/>
            </p:spPr>
            <p:txBody>
              <a:bodyPr wrap="none" rtlCol="0">
                <a:spAutoFit/>
              </a:bodyPr>
              <a:lstStyle/>
              <a:p>
                <a:r>
                  <a:rPr lang="en-US" sz="1400" dirty="0"/>
                  <a:t>yes</a:t>
                </a:r>
              </a:p>
            </p:txBody>
          </p:sp>
          <p:sp>
            <p:nvSpPr>
              <p:cNvPr id="104" name="TextBox 103">
                <a:extLst>
                  <a:ext uri="{FF2B5EF4-FFF2-40B4-BE49-F238E27FC236}">
                    <a16:creationId xmlns:a16="http://schemas.microsoft.com/office/drawing/2014/main" id="{BCD44308-ABC3-4202-85A2-2556BC71FFB1}"/>
                  </a:ext>
                </a:extLst>
              </p:cNvPr>
              <p:cNvSpPr txBox="1"/>
              <p:nvPr/>
            </p:nvSpPr>
            <p:spPr>
              <a:xfrm>
                <a:off x="10546947" y="4652602"/>
                <a:ext cx="424540" cy="307777"/>
              </a:xfrm>
              <a:prstGeom prst="rect">
                <a:avLst/>
              </a:prstGeom>
              <a:noFill/>
            </p:spPr>
            <p:txBody>
              <a:bodyPr wrap="none" rtlCol="0">
                <a:spAutoFit/>
              </a:bodyPr>
              <a:lstStyle/>
              <a:p>
                <a:r>
                  <a:rPr lang="en-US" sz="1400" dirty="0"/>
                  <a:t>yes</a:t>
                </a:r>
              </a:p>
            </p:txBody>
          </p:sp>
          <p:sp>
            <p:nvSpPr>
              <p:cNvPr id="106" name="TextBox 105">
                <a:extLst>
                  <a:ext uri="{FF2B5EF4-FFF2-40B4-BE49-F238E27FC236}">
                    <a16:creationId xmlns:a16="http://schemas.microsoft.com/office/drawing/2014/main" id="{4ACECE2C-C157-4B12-B4A6-4E9E74E818BF}"/>
                  </a:ext>
                </a:extLst>
              </p:cNvPr>
              <p:cNvSpPr txBox="1"/>
              <p:nvPr/>
            </p:nvSpPr>
            <p:spPr>
              <a:xfrm>
                <a:off x="11112569" y="5314857"/>
                <a:ext cx="424540" cy="307777"/>
              </a:xfrm>
              <a:prstGeom prst="rect">
                <a:avLst/>
              </a:prstGeom>
              <a:noFill/>
            </p:spPr>
            <p:txBody>
              <a:bodyPr wrap="none" rtlCol="0">
                <a:spAutoFit/>
              </a:bodyPr>
              <a:lstStyle/>
              <a:p>
                <a:r>
                  <a:rPr lang="en-US" sz="1400" dirty="0"/>
                  <a:t>yes</a:t>
                </a:r>
              </a:p>
            </p:txBody>
          </p:sp>
          <p:sp>
            <p:nvSpPr>
              <p:cNvPr id="108" name="TextBox 107">
                <a:extLst>
                  <a:ext uri="{FF2B5EF4-FFF2-40B4-BE49-F238E27FC236}">
                    <a16:creationId xmlns:a16="http://schemas.microsoft.com/office/drawing/2014/main" id="{1C745DDE-539B-462B-9128-54C7FADCF709}"/>
                  </a:ext>
                </a:extLst>
              </p:cNvPr>
              <p:cNvSpPr txBox="1"/>
              <p:nvPr/>
            </p:nvSpPr>
            <p:spPr>
              <a:xfrm>
                <a:off x="9425341" y="4683657"/>
                <a:ext cx="424540" cy="307777"/>
              </a:xfrm>
              <a:prstGeom prst="rect">
                <a:avLst/>
              </a:prstGeom>
              <a:noFill/>
            </p:spPr>
            <p:txBody>
              <a:bodyPr wrap="none" rtlCol="0">
                <a:spAutoFit/>
              </a:bodyPr>
              <a:lstStyle/>
              <a:p>
                <a:r>
                  <a:rPr lang="en-US" sz="1400" dirty="0"/>
                  <a:t>yes</a:t>
                </a:r>
              </a:p>
            </p:txBody>
          </p:sp>
          <p:sp>
            <p:nvSpPr>
              <p:cNvPr id="110" name="TextBox 109">
                <a:extLst>
                  <a:ext uri="{FF2B5EF4-FFF2-40B4-BE49-F238E27FC236}">
                    <a16:creationId xmlns:a16="http://schemas.microsoft.com/office/drawing/2014/main" id="{C1D15D5A-C62C-4331-BEBD-C1A5F67B0BA6}"/>
                  </a:ext>
                </a:extLst>
              </p:cNvPr>
              <p:cNvSpPr txBox="1"/>
              <p:nvPr/>
            </p:nvSpPr>
            <p:spPr>
              <a:xfrm>
                <a:off x="9138713" y="4193692"/>
                <a:ext cx="373820" cy="307777"/>
              </a:xfrm>
              <a:prstGeom prst="rect">
                <a:avLst/>
              </a:prstGeom>
              <a:noFill/>
            </p:spPr>
            <p:txBody>
              <a:bodyPr wrap="none" rtlCol="0">
                <a:spAutoFit/>
              </a:bodyPr>
              <a:lstStyle/>
              <a:p>
                <a:r>
                  <a:rPr lang="en-US" sz="1400" dirty="0"/>
                  <a:t>no</a:t>
                </a:r>
              </a:p>
            </p:txBody>
          </p:sp>
          <p:sp>
            <p:nvSpPr>
              <p:cNvPr id="112" name="TextBox 111">
                <a:extLst>
                  <a:ext uri="{FF2B5EF4-FFF2-40B4-BE49-F238E27FC236}">
                    <a16:creationId xmlns:a16="http://schemas.microsoft.com/office/drawing/2014/main" id="{75006DA5-5564-415C-A18B-1D6755EA1BAD}"/>
                  </a:ext>
                </a:extLst>
              </p:cNvPr>
              <p:cNvSpPr txBox="1"/>
              <p:nvPr/>
            </p:nvSpPr>
            <p:spPr>
              <a:xfrm>
                <a:off x="9799202" y="4750661"/>
                <a:ext cx="373820" cy="307777"/>
              </a:xfrm>
              <a:prstGeom prst="rect">
                <a:avLst/>
              </a:prstGeom>
              <a:noFill/>
            </p:spPr>
            <p:txBody>
              <a:bodyPr wrap="none" rtlCol="0">
                <a:spAutoFit/>
              </a:bodyPr>
              <a:lstStyle/>
              <a:p>
                <a:r>
                  <a:rPr lang="en-US" sz="1400" dirty="0"/>
                  <a:t>no</a:t>
                </a:r>
              </a:p>
            </p:txBody>
          </p:sp>
          <p:sp>
            <p:nvSpPr>
              <p:cNvPr id="114" name="TextBox 113">
                <a:extLst>
                  <a:ext uri="{FF2B5EF4-FFF2-40B4-BE49-F238E27FC236}">
                    <a16:creationId xmlns:a16="http://schemas.microsoft.com/office/drawing/2014/main" id="{0469558C-03B7-45AC-BFFB-ADE66B7138CA}"/>
                  </a:ext>
                </a:extLst>
              </p:cNvPr>
              <p:cNvSpPr txBox="1"/>
              <p:nvPr/>
            </p:nvSpPr>
            <p:spPr>
              <a:xfrm>
                <a:off x="10380276" y="5345361"/>
                <a:ext cx="373820" cy="307777"/>
              </a:xfrm>
              <a:prstGeom prst="rect">
                <a:avLst/>
              </a:prstGeom>
              <a:noFill/>
            </p:spPr>
            <p:txBody>
              <a:bodyPr wrap="none" rtlCol="0">
                <a:spAutoFit/>
              </a:bodyPr>
              <a:lstStyle/>
              <a:p>
                <a:r>
                  <a:rPr lang="en-US" sz="1400" dirty="0"/>
                  <a:t>no</a:t>
                </a:r>
              </a:p>
            </p:txBody>
          </p:sp>
          <p:sp>
            <p:nvSpPr>
              <p:cNvPr id="116" name="TextBox 115">
                <a:extLst>
                  <a:ext uri="{FF2B5EF4-FFF2-40B4-BE49-F238E27FC236}">
                    <a16:creationId xmlns:a16="http://schemas.microsoft.com/office/drawing/2014/main" id="{B5BBC85F-0E73-4759-B719-0B91BE40258A}"/>
                  </a:ext>
                </a:extLst>
              </p:cNvPr>
              <p:cNvSpPr txBox="1"/>
              <p:nvPr/>
            </p:nvSpPr>
            <p:spPr>
              <a:xfrm>
                <a:off x="8688938" y="4716711"/>
                <a:ext cx="373820" cy="307777"/>
              </a:xfrm>
              <a:prstGeom prst="rect">
                <a:avLst/>
              </a:prstGeom>
              <a:noFill/>
            </p:spPr>
            <p:txBody>
              <a:bodyPr wrap="none" rtlCol="0">
                <a:spAutoFit/>
              </a:bodyPr>
              <a:lstStyle/>
              <a:p>
                <a:r>
                  <a:rPr lang="en-US" sz="1400" dirty="0"/>
                  <a:t>no</a:t>
                </a:r>
              </a:p>
            </p:txBody>
          </p:sp>
          <p:sp>
            <p:nvSpPr>
              <p:cNvPr id="118" name="TextBox 117">
                <a:extLst>
                  <a:ext uri="{FF2B5EF4-FFF2-40B4-BE49-F238E27FC236}">
                    <a16:creationId xmlns:a16="http://schemas.microsoft.com/office/drawing/2014/main" id="{78AF4D64-37CD-4945-80EC-709BE0048548}"/>
                  </a:ext>
                </a:extLst>
              </p:cNvPr>
              <p:cNvSpPr txBox="1"/>
              <p:nvPr/>
            </p:nvSpPr>
            <p:spPr>
              <a:xfrm>
                <a:off x="8606383" y="4495357"/>
                <a:ext cx="731348" cy="307777"/>
              </a:xfrm>
              <a:prstGeom prst="rect">
                <a:avLst/>
              </a:prstGeom>
              <a:noFill/>
            </p:spPr>
            <p:txBody>
              <a:bodyPr wrap="square">
                <a:spAutoFit/>
              </a:bodyPr>
              <a:lstStyle/>
              <a:p>
                <a:r>
                  <a:rPr lang="en-US" sz="1400" b="1" i="1" dirty="0">
                    <a:solidFill>
                      <a:srgbClr val="FF0000"/>
                    </a:solidFill>
                  </a:rPr>
                  <a:t>X</a:t>
                </a:r>
                <a:r>
                  <a:rPr lang="en-US" sz="1400" b="1" i="1" baseline="-25000" dirty="0">
                    <a:solidFill>
                      <a:srgbClr val="FF0000"/>
                    </a:solidFill>
                  </a:rPr>
                  <a:t>1</a:t>
                </a:r>
                <a:r>
                  <a:rPr lang="en-US" sz="1400" b="1" i="1" dirty="0">
                    <a:solidFill>
                      <a:srgbClr val="FF0000"/>
                    </a:solidFill>
                  </a:rPr>
                  <a:t>&gt;3/4</a:t>
                </a:r>
              </a:p>
            </p:txBody>
          </p:sp>
          <p:sp>
            <p:nvSpPr>
              <p:cNvPr id="120" name="TextBox 119">
                <a:extLst>
                  <a:ext uri="{FF2B5EF4-FFF2-40B4-BE49-F238E27FC236}">
                    <a16:creationId xmlns:a16="http://schemas.microsoft.com/office/drawing/2014/main" id="{D8B9C2EB-7D25-4668-9493-39B5E3988748}"/>
                  </a:ext>
                </a:extLst>
              </p:cNvPr>
              <p:cNvSpPr txBox="1"/>
              <p:nvPr/>
            </p:nvSpPr>
            <p:spPr>
              <a:xfrm>
                <a:off x="8532044" y="5112245"/>
                <a:ext cx="426720" cy="425822"/>
              </a:xfrm>
              <a:prstGeom prst="rect">
                <a:avLst/>
              </a:prstGeom>
              <a:noFill/>
            </p:spPr>
            <p:txBody>
              <a:bodyPr wrap="none" rtlCol="0">
                <a:spAutoFit/>
              </a:bodyPr>
              <a:lstStyle/>
              <a:p>
                <a:r>
                  <a:rPr lang="en-US" b="1" dirty="0">
                    <a:solidFill>
                      <a:srgbClr val="00B050"/>
                    </a:solidFill>
                  </a:rPr>
                  <a:t>C</a:t>
                </a:r>
                <a:r>
                  <a:rPr lang="en-US" b="1" baseline="-25000" dirty="0">
                    <a:solidFill>
                      <a:srgbClr val="00B050"/>
                    </a:solidFill>
                  </a:rPr>
                  <a:t>3</a:t>
                </a:r>
              </a:p>
            </p:txBody>
          </p:sp>
          <p:sp>
            <p:nvSpPr>
              <p:cNvPr id="122" name="TextBox 121">
                <a:extLst>
                  <a:ext uri="{FF2B5EF4-FFF2-40B4-BE49-F238E27FC236}">
                    <a16:creationId xmlns:a16="http://schemas.microsoft.com/office/drawing/2014/main" id="{98122999-8EA5-4058-8CCE-A491A562F52C}"/>
                  </a:ext>
                </a:extLst>
              </p:cNvPr>
              <p:cNvSpPr txBox="1"/>
              <p:nvPr/>
            </p:nvSpPr>
            <p:spPr>
              <a:xfrm>
                <a:off x="9423751" y="5101718"/>
                <a:ext cx="426720" cy="425822"/>
              </a:xfrm>
              <a:prstGeom prst="rect">
                <a:avLst/>
              </a:prstGeom>
              <a:noFill/>
            </p:spPr>
            <p:txBody>
              <a:bodyPr wrap="none" rtlCol="0">
                <a:spAutoFit/>
              </a:bodyPr>
              <a:lstStyle/>
              <a:p>
                <a:r>
                  <a:rPr lang="en-US" b="1" dirty="0">
                    <a:solidFill>
                      <a:srgbClr val="00B050"/>
                    </a:solidFill>
                  </a:rPr>
                  <a:t>C</a:t>
                </a:r>
                <a:r>
                  <a:rPr lang="en-US" b="1" baseline="-25000" dirty="0">
                    <a:solidFill>
                      <a:srgbClr val="00B050"/>
                    </a:solidFill>
                  </a:rPr>
                  <a:t>6</a:t>
                </a:r>
              </a:p>
            </p:txBody>
          </p:sp>
          <p:sp>
            <p:nvSpPr>
              <p:cNvPr id="124" name="TextBox 123">
                <a:extLst>
                  <a:ext uri="{FF2B5EF4-FFF2-40B4-BE49-F238E27FC236}">
                    <a16:creationId xmlns:a16="http://schemas.microsoft.com/office/drawing/2014/main" id="{EC00C5FB-E532-4842-9959-0CC4A1652980}"/>
                  </a:ext>
                </a:extLst>
              </p:cNvPr>
              <p:cNvSpPr txBox="1"/>
              <p:nvPr/>
            </p:nvSpPr>
            <p:spPr>
              <a:xfrm>
                <a:off x="10286800" y="4439594"/>
                <a:ext cx="731348" cy="307777"/>
              </a:xfrm>
              <a:prstGeom prst="rect">
                <a:avLst/>
              </a:prstGeom>
              <a:noFill/>
            </p:spPr>
            <p:txBody>
              <a:bodyPr wrap="square">
                <a:spAutoFit/>
              </a:bodyPr>
              <a:lstStyle/>
              <a:p>
                <a:r>
                  <a:rPr lang="en-US" sz="1400" b="1" i="1" dirty="0">
                    <a:solidFill>
                      <a:srgbClr val="FF0000"/>
                    </a:solidFill>
                  </a:rPr>
                  <a:t>X</a:t>
                </a:r>
                <a:r>
                  <a:rPr lang="en-US" sz="1400" b="1" i="1" baseline="-25000" dirty="0">
                    <a:solidFill>
                      <a:srgbClr val="FF0000"/>
                    </a:solidFill>
                  </a:rPr>
                  <a:t>1</a:t>
                </a:r>
                <a:r>
                  <a:rPr lang="en-US" sz="1400" b="1" i="1" dirty="0">
                    <a:solidFill>
                      <a:srgbClr val="FF0000"/>
                    </a:solidFill>
                  </a:rPr>
                  <a:t>&gt;1/2</a:t>
                </a:r>
              </a:p>
            </p:txBody>
          </p:sp>
          <p:sp>
            <p:nvSpPr>
              <p:cNvPr id="126" name="TextBox 125">
                <a:extLst>
                  <a:ext uri="{FF2B5EF4-FFF2-40B4-BE49-F238E27FC236}">
                    <a16:creationId xmlns:a16="http://schemas.microsoft.com/office/drawing/2014/main" id="{113A3F96-B302-46C9-91E5-A851ADAB5DE4}"/>
                  </a:ext>
                </a:extLst>
              </p:cNvPr>
              <p:cNvSpPr txBox="1"/>
              <p:nvPr/>
            </p:nvSpPr>
            <p:spPr>
              <a:xfrm>
                <a:off x="9760162" y="5157104"/>
                <a:ext cx="426720" cy="425822"/>
              </a:xfrm>
              <a:prstGeom prst="rect">
                <a:avLst/>
              </a:prstGeom>
              <a:noFill/>
            </p:spPr>
            <p:txBody>
              <a:bodyPr wrap="none" rtlCol="0">
                <a:spAutoFit/>
              </a:bodyPr>
              <a:lstStyle/>
              <a:p>
                <a:r>
                  <a:rPr lang="en-US" b="1" dirty="0">
                    <a:solidFill>
                      <a:srgbClr val="00B050"/>
                    </a:solidFill>
                  </a:rPr>
                  <a:t>C</a:t>
                </a:r>
                <a:r>
                  <a:rPr lang="en-US" b="1" baseline="-25000" dirty="0">
                    <a:solidFill>
                      <a:srgbClr val="00B050"/>
                    </a:solidFill>
                  </a:rPr>
                  <a:t>2</a:t>
                </a:r>
              </a:p>
            </p:txBody>
          </p:sp>
          <p:sp>
            <p:nvSpPr>
              <p:cNvPr id="128" name="TextBox 127">
                <a:extLst>
                  <a:ext uri="{FF2B5EF4-FFF2-40B4-BE49-F238E27FC236}">
                    <a16:creationId xmlns:a16="http://schemas.microsoft.com/office/drawing/2014/main" id="{55625451-A8A9-4213-8E63-68C7A7C7A2BC}"/>
                  </a:ext>
                </a:extLst>
              </p:cNvPr>
              <p:cNvSpPr txBox="1"/>
              <p:nvPr/>
            </p:nvSpPr>
            <p:spPr>
              <a:xfrm>
                <a:off x="10783909" y="5027711"/>
                <a:ext cx="731348" cy="307777"/>
              </a:xfrm>
              <a:prstGeom prst="rect">
                <a:avLst/>
              </a:prstGeom>
              <a:noFill/>
            </p:spPr>
            <p:txBody>
              <a:bodyPr wrap="square">
                <a:spAutoFit/>
              </a:bodyPr>
              <a:lstStyle/>
              <a:p>
                <a:r>
                  <a:rPr lang="en-US" sz="1400" b="1" i="1" dirty="0">
                    <a:solidFill>
                      <a:srgbClr val="FF0000"/>
                    </a:solidFill>
                  </a:rPr>
                  <a:t>X</a:t>
                </a:r>
                <a:r>
                  <a:rPr lang="en-US" sz="1400" b="1" i="1" baseline="-25000" dirty="0">
                    <a:solidFill>
                      <a:srgbClr val="FF0000"/>
                    </a:solidFill>
                  </a:rPr>
                  <a:t>2</a:t>
                </a:r>
                <a:r>
                  <a:rPr lang="en-US" sz="1400" b="1" i="1" dirty="0">
                    <a:solidFill>
                      <a:srgbClr val="FF0000"/>
                    </a:solidFill>
                  </a:rPr>
                  <a:t>&gt;3/4</a:t>
                </a:r>
              </a:p>
            </p:txBody>
          </p:sp>
          <p:sp>
            <p:nvSpPr>
              <p:cNvPr id="130" name="TextBox 129">
                <a:extLst>
                  <a:ext uri="{FF2B5EF4-FFF2-40B4-BE49-F238E27FC236}">
                    <a16:creationId xmlns:a16="http://schemas.microsoft.com/office/drawing/2014/main" id="{DFE67813-265C-456B-B95B-E88890288D17}"/>
                  </a:ext>
                </a:extLst>
              </p:cNvPr>
              <p:cNvSpPr txBox="1"/>
              <p:nvPr/>
            </p:nvSpPr>
            <p:spPr>
              <a:xfrm>
                <a:off x="10305044" y="5733564"/>
                <a:ext cx="426720" cy="425822"/>
              </a:xfrm>
              <a:prstGeom prst="rect">
                <a:avLst/>
              </a:prstGeom>
              <a:noFill/>
            </p:spPr>
            <p:txBody>
              <a:bodyPr wrap="none" rtlCol="0">
                <a:spAutoFit/>
              </a:bodyPr>
              <a:lstStyle/>
              <a:p>
                <a:r>
                  <a:rPr lang="en-US" b="1" dirty="0">
                    <a:solidFill>
                      <a:srgbClr val="00B050"/>
                    </a:solidFill>
                  </a:rPr>
                  <a:t>C</a:t>
                </a:r>
                <a:r>
                  <a:rPr lang="en-US" b="1" baseline="-25000" dirty="0">
                    <a:solidFill>
                      <a:srgbClr val="00B050"/>
                    </a:solidFill>
                  </a:rPr>
                  <a:t>5</a:t>
                </a:r>
              </a:p>
            </p:txBody>
          </p:sp>
          <p:sp>
            <p:nvSpPr>
              <p:cNvPr id="132" name="TextBox 131">
                <a:extLst>
                  <a:ext uri="{FF2B5EF4-FFF2-40B4-BE49-F238E27FC236}">
                    <a16:creationId xmlns:a16="http://schemas.microsoft.com/office/drawing/2014/main" id="{4B97A2CA-9D26-437F-85EF-6B8ABCD08FD1}"/>
                  </a:ext>
                </a:extLst>
              </p:cNvPr>
              <p:cNvSpPr txBox="1"/>
              <p:nvPr/>
            </p:nvSpPr>
            <p:spPr>
              <a:xfrm>
                <a:off x="11325597" y="5680277"/>
                <a:ext cx="426720" cy="425822"/>
              </a:xfrm>
              <a:prstGeom prst="rect">
                <a:avLst/>
              </a:prstGeom>
              <a:noFill/>
            </p:spPr>
            <p:txBody>
              <a:bodyPr wrap="none" rtlCol="0">
                <a:spAutoFit/>
              </a:bodyPr>
              <a:lstStyle/>
              <a:p>
                <a:r>
                  <a:rPr lang="en-US" b="1" dirty="0">
                    <a:solidFill>
                      <a:srgbClr val="00B050"/>
                    </a:solidFill>
                  </a:rPr>
                  <a:t>C</a:t>
                </a:r>
                <a:r>
                  <a:rPr lang="en-US" b="1" baseline="-25000" dirty="0">
                    <a:solidFill>
                      <a:srgbClr val="00B050"/>
                    </a:solidFill>
                  </a:rPr>
                  <a:t>4</a:t>
                </a:r>
              </a:p>
            </p:txBody>
          </p:sp>
        </p:grpSp>
      </p:grpSp>
      <p:cxnSp>
        <p:nvCxnSpPr>
          <p:cNvPr id="136" name="Straight Arrow Connector 135">
            <a:extLst>
              <a:ext uri="{FF2B5EF4-FFF2-40B4-BE49-F238E27FC236}">
                <a16:creationId xmlns:a16="http://schemas.microsoft.com/office/drawing/2014/main" id="{9B970C8E-F257-4A5B-877E-0EFA229D0961}"/>
              </a:ext>
            </a:extLst>
          </p:cNvPr>
          <p:cNvCxnSpPr>
            <a:endCxn id="120" idx="2"/>
          </p:cNvCxnSpPr>
          <p:nvPr/>
        </p:nvCxnSpPr>
        <p:spPr>
          <a:xfrm flipV="1">
            <a:off x="7720445" y="5668815"/>
            <a:ext cx="483279" cy="195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8A3EFEEF-B48A-41C2-B806-27213582ACBA}"/>
              </a:ext>
            </a:extLst>
          </p:cNvPr>
          <p:cNvCxnSpPr>
            <a:cxnSpLocks/>
          </p:cNvCxnSpPr>
          <p:nvPr/>
        </p:nvCxnSpPr>
        <p:spPr>
          <a:xfrm flipV="1">
            <a:off x="7850136" y="4724231"/>
            <a:ext cx="59792" cy="988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C18653A6-8B83-44B5-9122-E98F7E9BBBCE}"/>
              </a:ext>
            </a:extLst>
          </p:cNvPr>
          <p:cNvCxnSpPr>
            <a:endCxn id="130" idx="1"/>
          </p:cNvCxnSpPr>
          <p:nvPr/>
        </p:nvCxnSpPr>
        <p:spPr>
          <a:xfrm>
            <a:off x="7878853" y="5864312"/>
            <a:ext cx="1884511" cy="212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AB6B60DA-19FA-45F2-9FFE-48C299CCC220}"/>
              </a:ext>
            </a:extLst>
          </p:cNvPr>
          <p:cNvSpPr txBox="1"/>
          <p:nvPr/>
        </p:nvSpPr>
        <p:spPr>
          <a:xfrm>
            <a:off x="6251355" y="5798220"/>
            <a:ext cx="2230995" cy="425822"/>
          </a:xfrm>
          <a:prstGeom prst="rect">
            <a:avLst/>
          </a:prstGeom>
          <a:noFill/>
        </p:spPr>
        <p:txBody>
          <a:bodyPr wrap="none" rtlCol="0">
            <a:spAutoFit/>
          </a:bodyPr>
          <a:lstStyle/>
          <a:p>
            <a:r>
              <a:rPr lang="en-US" dirty="0">
                <a:solidFill>
                  <a:srgbClr val="002060"/>
                </a:solidFill>
              </a:rPr>
              <a:t>Leaves (terminals)</a:t>
            </a:r>
          </a:p>
        </p:txBody>
      </p:sp>
      <p:cxnSp>
        <p:nvCxnSpPr>
          <p:cNvPr id="144" name="Straight Arrow Connector 143">
            <a:extLst>
              <a:ext uri="{FF2B5EF4-FFF2-40B4-BE49-F238E27FC236}">
                <a16:creationId xmlns:a16="http://schemas.microsoft.com/office/drawing/2014/main" id="{793AD57F-363A-4CA3-B91A-13EBFF51178A}"/>
              </a:ext>
            </a:extLst>
          </p:cNvPr>
          <p:cNvCxnSpPr>
            <a:cxnSpLocks/>
          </p:cNvCxnSpPr>
          <p:nvPr/>
        </p:nvCxnSpPr>
        <p:spPr>
          <a:xfrm flipH="1">
            <a:off x="9776564" y="4197814"/>
            <a:ext cx="143358" cy="623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1B8ED565-EFAA-4435-9B98-92C490863DAA}"/>
              </a:ext>
            </a:extLst>
          </p:cNvPr>
          <p:cNvCxnSpPr/>
          <p:nvPr/>
        </p:nvCxnSpPr>
        <p:spPr>
          <a:xfrm flipH="1">
            <a:off x="9271857" y="4222000"/>
            <a:ext cx="605132" cy="59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0" name="TextBox 149">
            <a:extLst>
              <a:ext uri="{FF2B5EF4-FFF2-40B4-BE49-F238E27FC236}">
                <a16:creationId xmlns:a16="http://schemas.microsoft.com/office/drawing/2014/main" id="{9DFAED8D-7A12-4A4D-BAEC-33DEDA1FE142}"/>
              </a:ext>
            </a:extLst>
          </p:cNvPr>
          <p:cNvSpPr txBox="1"/>
          <p:nvPr/>
        </p:nvSpPr>
        <p:spPr>
          <a:xfrm>
            <a:off x="9908433" y="3892615"/>
            <a:ext cx="869149" cy="425822"/>
          </a:xfrm>
          <a:prstGeom prst="rect">
            <a:avLst/>
          </a:prstGeom>
          <a:noFill/>
        </p:spPr>
        <p:txBody>
          <a:bodyPr wrap="none" rtlCol="0">
            <a:spAutoFit/>
          </a:bodyPr>
          <a:lstStyle/>
          <a:p>
            <a:r>
              <a:rPr lang="en-US" dirty="0">
                <a:solidFill>
                  <a:srgbClr val="002060"/>
                </a:solidFill>
              </a:rPr>
              <a:t>nodes</a:t>
            </a:r>
          </a:p>
        </p:txBody>
      </p:sp>
      <p:cxnSp>
        <p:nvCxnSpPr>
          <p:cNvPr id="151" name="Straight Arrow Connector 150">
            <a:extLst>
              <a:ext uri="{FF2B5EF4-FFF2-40B4-BE49-F238E27FC236}">
                <a16:creationId xmlns:a16="http://schemas.microsoft.com/office/drawing/2014/main" id="{BB067EB1-E4ED-4577-8945-25DB60944412}"/>
              </a:ext>
            </a:extLst>
          </p:cNvPr>
          <p:cNvCxnSpPr>
            <a:cxnSpLocks/>
          </p:cNvCxnSpPr>
          <p:nvPr/>
        </p:nvCxnSpPr>
        <p:spPr>
          <a:xfrm flipH="1" flipV="1">
            <a:off x="8635536" y="3765413"/>
            <a:ext cx="702461" cy="19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8684ABFF-D5D5-472B-BCDD-6ED54293C924}"/>
              </a:ext>
            </a:extLst>
          </p:cNvPr>
          <p:cNvSpPr txBox="1"/>
          <p:nvPr/>
        </p:nvSpPr>
        <p:spPr>
          <a:xfrm>
            <a:off x="9273620" y="3566581"/>
            <a:ext cx="661078" cy="425822"/>
          </a:xfrm>
          <a:prstGeom prst="rect">
            <a:avLst/>
          </a:prstGeom>
          <a:noFill/>
        </p:spPr>
        <p:txBody>
          <a:bodyPr wrap="none" rtlCol="0">
            <a:spAutoFit/>
          </a:bodyPr>
          <a:lstStyle/>
          <a:p>
            <a:r>
              <a:rPr lang="en-US" dirty="0">
                <a:solidFill>
                  <a:srgbClr val="002060"/>
                </a:solidFill>
              </a:rPr>
              <a:t>root</a:t>
            </a:r>
          </a:p>
        </p:txBody>
      </p:sp>
    </p:spTree>
    <p:extLst>
      <p:ext uri="{BB962C8B-B14F-4D97-AF65-F5344CB8AC3E}">
        <p14:creationId xmlns:p14="http://schemas.microsoft.com/office/powerpoint/2010/main" val="2056111874"/>
      </p:ext>
    </p:extLst>
  </p:cSld>
  <p:clrMapOvr>
    <a:masterClrMapping/>
  </p:clrMapOvr>
  <mc:AlternateContent xmlns:mc="http://schemas.openxmlformats.org/markup-compatibility/2006" xmlns:p14="http://schemas.microsoft.com/office/powerpoint/2010/main">
    <mc:Choice Requires="p14">
      <p:transition spd="slow" p14:dur="2000" advTm="633452"/>
    </mc:Choice>
    <mc:Fallback xmlns="">
      <p:transition spd="slow" advTm="63345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i="1" dirty="0"/>
              <a:t>Node Impurity</a:t>
            </a:r>
            <a:endParaRPr lang="en-US" sz="5400" b="1" dirty="0"/>
          </a:p>
        </p:txBody>
      </p:sp>
      <p:sp>
        <p:nvSpPr>
          <p:cNvPr id="38" name="Rectangle 37">
            <a:extLst>
              <a:ext uri="{FF2B5EF4-FFF2-40B4-BE49-F238E27FC236}">
                <a16:creationId xmlns:a16="http://schemas.microsoft.com/office/drawing/2014/main" id="{1AB0D3E2-6F92-4A1D-9B85-E3579E2EDAFA}"/>
              </a:ext>
            </a:extLst>
          </p:cNvPr>
          <p:cNvSpPr/>
          <p:nvPr/>
        </p:nvSpPr>
        <p:spPr>
          <a:xfrm>
            <a:off x="430450" y="1266338"/>
            <a:ext cx="11128565" cy="2071208"/>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2200" dirty="0">
                <a:solidFill>
                  <a:srgbClr val="002060"/>
                </a:solidFill>
              </a:rPr>
              <a:t>There are several measures that can be used to determine the information impurity such as:</a:t>
            </a:r>
          </a:p>
          <a:p>
            <a:pPr marL="893277" lvl="1" indent="-342900">
              <a:lnSpc>
                <a:spcPct val="150000"/>
              </a:lnSpc>
              <a:buFont typeface="Wingdings" panose="05000000000000000000" pitchFamily="2" charset="2"/>
              <a:buChar char="v"/>
            </a:pPr>
            <a:r>
              <a:rPr lang="en-US" sz="2200" dirty="0">
                <a:solidFill>
                  <a:srgbClr val="FF0000"/>
                </a:solidFill>
              </a:rPr>
              <a:t>Information Impurity (or Entropy Impurity)</a:t>
            </a:r>
          </a:p>
          <a:p>
            <a:pPr marL="893277" lvl="1" indent="-342900">
              <a:lnSpc>
                <a:spcPct val="150000"/>
              </a:lnSpc>
              <a:buFont typeface="Wingdings" panose="05000000000000000000" pitchFamily="2" charset="2"/>
              <a:buChar char="v"/>
            </a:pPr>
            <a:r>
              <a:rPr lang="en-US" sz="2200" dirty="0">
                <a:solidFill>
                  <a:srgbClr val="FF0000"/>
                </a:solidFill>
              </a:rPr>
              <a:t>Gini Impurity</a:t>
            </a:r>
          </a:p>
          <a:p>
            <a:pPr marL="893277" lvl="1" indent="-342900">
              <a:lnSpc>
                <a:spcPct val="150000"/>
              </a:lnSpc>
              <a:buFont typeface="Wingdings" panose="05000000000000000000" pitchFamily="2" charset="2"/>
              <a:buChar char="v"/>
            </a:pPr>
            <a:r>
              <a:rPr lang="en-US" sz="2200" dirty="0">
                <a:solidFill>
                  <a:srgbClr val="FF0000"/>
                </a:solidFill>
              </a:rPr>
              <a:t>Misclassification Impurity</a:t>
            </a:r>
          </a:p>
        </p:txBody>
      </p:sp>
    </p:spTree>
    <p:extLst>
      <p:ext uri="{BB962C8B-B14F-4D97-AF65-F5344CB8AC3E}">
        <p14:creationId xmlns:p14="http://schemas.microsoft.com/office/powerpoint/2010/main" val="2719329805"/>
      </p:ext>
    </p:extLst>
  </p:cSld>
  <p:clrMapOvr>
    <a:masterClrMapping/>
  </p:clrMapOvr>
  <mc:AlternateContent xmlns:mc="http://schemas.openxmlformats.org/markup-compatibility/2006" xmlns:p14="http://schemas.microsoft.com/office/powerpoint/2010/main">
    <mc:Choice Requires="p14">
      <p:transition spd="slow" p14:dur="2000" advTm="264339"/>
    </mc:Choice>
    <mc:Fallback xmlns="">
      <p:transition spd="slow" advTm="264339"/>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i="1" dirty="0"/>
              <a:t>Node Impurity</a:t>
            </a:r>
            <a:endParaRPr lang="en-US" sz="5400" b="1" dirty="0"/>
          </a:p>
        </p:txBody>
      </p: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1AB0D3E2-6F92-4A1D-9B85-E3579E2EDAFA}"/>
                  </a:ext>
                </a:extLst>
              </p:cNvPr>
              <p:cNvSpPr/>
              <p:nvPr/>
            </p:nvSpPr>
            <p:spPr>
              <a:xfrm>
                <a:off x="196721" y="1157480"/>
                <a:ext cx="6941834" cy="2433230"/>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2000" dirty="0">
                    <a:solidFill>
                      <a:srgbClr val="002060"/>
                    </a:solidFill>
                  </a:rPr>
                  <a:t>The information impurity </a:t>
                </a:r>
                <a:r>
                  <a:rPr lang="en-US" sz="2000" dirty="0" err="1">
                    <a:solidFill>
                      <a:srgbClr val="002060"/>
                    </a:solidFill>
                  </a:rPr>
                  <a:t>i</a:t>
                </a:r>
                <a:r>
                  <a:rPr lang="en-US" sz="2000" dirty="0">
                    <a:solidFill>
                      <a:srgbClr val="002060"/>
                    </a:solidFill>
                  </a:rPr>
                  <a:t>(n) at node n is defined as:</a:t>
                </a:r>
              </a:p>
              <a:p>
                <a:pPr marL="342900" indent="-342900">
                  <a:lnSpc>
                    <a:spcPct val="150000"/>
                  </a:lnSpc>
                  <a:buFont typeface="Wingdings" panose="05000000000000000000" pitchFamily="2" charset="2"/>
                  <a:buChar char="q"/>
                </a:pPr>
                <a:endParaRPr lang="en-US" sz="2000" dirty="0">
                  <a:solidFill>
                    <a:srgbClr val="FF0000"/>
                  </a:solidFill>
                </a:endParaRPr>
              </a:p>
              <a:p>
                <a:pPr lvl="1">
                  <a:lnSpc>
                    <a:spcPct val="150000"/>
                  </a:lnSpc>
                </a:pPr>
                <a:endParaRPr lang="en-US" sz="2000" dirty="0">
                  <a:solidFill>
                    <a:srgbClr val="002060"/>
                  </a:solidFill>
                </a:endParaRPr>
              </a:p>
              <a:p>
                <a:pPr lvl="1">
                  <a:lnSpc>
                    <a:spcPct val="150000"/>
                  </a:lnSpc>
                </a:pPr>
                <a:r>
                  <a:rPr lang="en-US" sz="2000" dirty="0">
                    <a:solidFill>
                      <a:srgbClr val="002060"/>
                    </a:solidFill>
                  </a:rPr>
                  <a:t>Where </a:t>
                </a:r>
                <a14:m>
                  <m:oMath xmlns:m="http://schemas.openxmlformats.org/officeDocument/2006/math">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b="0" i="1" smtClean="0">
                            <a:solidFill>
                              <a:srgbClr val="002060"/>
                            </a:solidFill>
                            <a:latin typeface="Cambria Math" panose="02040503050406030204" pitchFamily="18" charset="0"/>
                            <a:ea typeface="Cambria Math" panose="02040503050406030204" pitchFamily="18" charset="0"/>
                          </a:rPr>
                          <m:t>𝑃</m:t>
                        </m:r>
                        <m:r>
                          <a:rPr lang="en-US" sz="2000" b="0" i="1" smtClean="0">
                            <a:solidFill>
                              <a:srgbClr val="002060"/>
                            </a:solidFill>
                            <a:latin typeface="Cambria Math" panose="02040503050406030204" pitchFamily="18" charset="0"/>
                            <a:ea typeface="Cambria Math" panose="02040503050406030204" pitchFamily="18" charset="0"/>
                          </a:rPr>
                          <m:t>(</m:t>
                        </m:r>
                        <m:r>
                          <a:rPr lang="en-US" sz="2000" b="0" i="1" smtClean="0">
                            <a:solidFill>
                              <a:srgbClr val="002060"/>
                            </a:solidFill>
                            <a:latin typeface="Cambria Math" panose="02040503050406030204" pitchFamily="18" charset="0"/>
                            <a:ea typeface="Cambria Math" panose="02040503050406030204" pitchFamily="18" charset="0"/>
                          </a:rPr>
                          <m:t>𝐶</m:t>
                        </m:r>
                      </m:e>
                      <m:sub>
                        <m:r>
                          <a:rPr lang="en-US" sz="2000" b="0" i="1" smtClean="0">
                            <a:solidFill>
                              <a:srgbClr val="002060"/>
                            </a:solidFill>
                            <a:latin typeface="Cambria Math" panose="02040503050406030204" pitchFamily="18" charset="0"/>
                            <a:ea typeface="Cambria Math" panose="02040503050406030204" pitchFamily="18" charset="0"/>
                          </a:rPr>
                          <m:t>𝑗</m:t>
                        </m:r>
                      </m:sub>
                    </m:sSub>
                    <m:r>
                      <a:rPr lang="en-US" sz="2000" b="0" i="1" smtClean="0">
                        <a:solidFill>
                          <a:srgbClr val="002060"/>
                        </a:solidFill>
                        <a:latin typeface="Cambria Math" panose="02040503050406030204" pitchFamily="18" charset="0"/>
                        <a:ea typeface="Cambria Math" panose="02040503050406030204" pitchFamily="18" charset="0"/>
                      </a:rPr>
                      <m:t>) </m:t>
                    </m:r>
                  </m:oMath>
                </a14:m>
                <a:r>
                  <a:rPr lang="en-US" sz="2000" dirty="0">
                    <a:solidFill>
                      <a:srgbClr val="002060"/>
                    </a:solidFill>
                  </a:rPr>
                  <a:t>is the fraction of data at node n that belongs to class </a:t>
                </a:r>
                <a14:m>
                  <m:oMath xmlns:m="http://schemas.openxmlformats.org/officeDocument/2006/math">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b="0" i="1" smtClean="0">
                            <a:solidFill>
                              <a:srgbClr val="002060"/>
                            </a:solidFill>
                            <a:latin typeface="Cambria Math" panose="02040503050406030204" pitchFamily="18" charset="0"/>
                            <a:ea typeface="Cambria Math" panose="02040503050406030204" pitchFamily="18" charset="0"/>
                          </a:rPr>
                          <m:t>𝐶</m:t>
                        </m:r>
                      </m:e>
                      <m:sub>
                        <m:r>
                          <a:rPr lang="en-US" sz="2000" b="0" i="1" smtClean="0">
                            <a:solidFill>
                              <a:srgbClr val="002060"/>
                            </a:solidFill>
                            <a:latin typeface="Cambria Math" panose="02040503050406030204" pitchFamily="18" charset="0"/>
                            <a:ea typeface="Cambria Math" panose="02040503050406030204" pitchFamily="18" charset="0"/>
                          </a:rPr>
                          <m:t>𝑗</m:t>
                        </m:r>
                      </m:sub>
                    </m:sSub>
                  </m:oMath>
                </a14:m>
                <a:r>
                  <a:rPr lang="en-US" sz="2000" dirty="0">
                    <a:solidFill>
                      <a:srgbClr val="002060"/>
                    </a:solidFill>
                  </a:rPr>
                  <a:t> </a:t>
                </a:r>
              </a:p>
            </p:txBody>
          </p:sp>
        </mc:Choice>
        <mc:Fallback xmlns="">
          <p:sp>
            <p:nvSpPr>
              <p:cNvPr id="38" name="Rectangle 37">
                <a:extLst>
                  <a:ext uri="{FF2B5EF4-FFF2-40B4-BE49-F238E27FC236}">
                    <a16:creationId xmlns:a16="http://schemas.microsoft.com/office/drawing/2014/main" id="{1AB0D3E2-6F92-4A1D-9B85-E3579E2EDAFA}"/>
                  </a:ext>
                </a:extLst>
              </p:cNvPr>
              <p:cNvSpPr>
                <a:spLocks noRot="1" noChangeAspect="1" noMove="1" noResize="1" noEditPoints="1" noAdjustHandles="1" noChangeArrowheads="1" noChangeShapeType="1" noTextEdit="1"/>
              </p:cNvSpPr>
              <p:nvPr/>
            </p:nvSpPr>
            <p:spPr>
              <a:xfrm>
                <a:off x="196721" y="1157480"/>
                <a:ext cx="6941834" cy="2433230"/>
              </a:xfrm>
              <a:prstGeom prst="rect">
                <a:avLst/>
              </a:prstGeom>
              <a:blipFill>
                <a:blip r:embed="rId5"/>
                <a:stretch>
                  <a:fillRect l="-790" b="-27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FFE7BDB-F2B5-4C64-8238-DC0A1E5248DB}"/>
                  </a:ext>
                </a:extLst>
              </p:cNvPr>
              <p:cNvSpPr txBox="1"/>
              <p:nvPr/>
            </p:nvSpPr>
            <p:spPr>
              <a:xfrm>
                <a:off x="2676379" y="1797257"/>
                <a:ext cx="3043815" cy="795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panose="02040503050406030204" pitchFamily="18" charset="0"/>
                        </a:rPr>
                        <m:t>𝑖</m:t>
                      </m:r>
                      <m:d>
                        <m:dPr>
                          <m:ctrlPr>
                            <a:rPr lang="en-US" sz="180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𝑛</m:t>
                          </m:r>
                        </m:e>
                      </m:d>
                      <m:r>
                        <a:rPr lang="en-US" sz="1800" b="0" i="1" smtClean="0">
                          <a:solidFill>
                            <a:srgbClr val="FF0000"/>
                          </a:solidFill>
                          <a:latin typeface="Cambria Math" panose="02040503050406030204" pitchFamily="18" charset="0"/>
                        </a:rPr>
                        <m:t>=−</m:t>
                      </m:r>
                      <m:nary>
                        <m:naryPr>
                          <m:chr m:val="∑"/>
                          <m:supHide m:val="on"/>
                          <m:ctrlPr>
                            <a:rPr lang="en-US" sz="1800" i="1" smtClean="0">
                              <a:solidFill>
                                <a:srgbClr val="FF0000"/>
                              </a:solidFill>
                              <a:latin typeface="Cambria Math" panose="02040503050406030204" pitchFamily="18" charset="0"/>
                            </a:rPr>
                          </m:ctrlPr>
                        </m:naryPr>
                        <m:sub>
                          <m:r>
                            <m:rPr>
                              <m:brk m:alnAt="7"/>
                            </m:rPr>
                            <a:rPr lang="en-US" sz="1800" b="0" i="1" smtClean="0">
                              <a:solidFill>
                                <a:srgbClr val="FF0000"/>
                              </a:solidFill>
                              <a:latin typeface="Cambria Math" panose="02040503050406030204" pitchFamily="18" charset="0"/>
                            </a:rPr>
                            <m:t>𝑗</m:t>
                          </m:r>
                        </m:sub>
                        <m:sup/>
                        <m:e>
                          <m:sSub>
                            <m:sSubPr>
                              <m:ctrlPr>
                                <a:rPr lang="en-US" sz="1800" i="1" smtClean="0">
                                  <a:solidFill>
                                    <a:srgbClr val="FF0000"/>
                                  </a:solidFill>
                                  <a:latin typeface="Cambria Math" panose="02040503050406030204" pitchFamily="18" charset="0"/>
                                  <a:ea typeface="Cambria Math" panose="02040503050406030204" pitchFamily="18" charset="0"/>
                                </a:rPr>
                              </m:ctrlPr>
                            </m:sSubPr>
                            <m:e>
                              <m:r>
                                <a:rPr lang="en-US" sz="1800" b="0" i="1" smtClean="0">
                                  <a:solidFill>
                                    <a:srgbClr val="FF0000"/>
                                  </a:solidFill>
                                  <a:latin typeface="Cambria Math" panose="02040503050406030204" pitchFamily="18" charset="0"/>
                                  <a:ea typeface="Cambria Math" panose="02040503050406030204" pitchFamily="18" charset="0"/>
                                </a:rPr>
                                <m:t>𝑃</m:t>
                              </m:r>
                              <m:r>
                                <a:rPr lang="en-US" sz="1800" b="0" i="1" smtClean="0">
                                  <a:solidFill>
                                    <a:srgbClr val="FF0000"/>
                                  </a:solidFill>
                                  <a:latin typeface="Cambria Math" panose="02040503050406030204" pitchFamily="18" charset="0"/>
                                  <a:ea typeface="Cambria Math" panose="02040503050406030204" pitchFamily="18" charset="0"/>
                                </a:rPr>
                                <m:t>(</m:t>
                              </m:r>
                              <m:r>
                                <a:rPr lang="en-US" sz="1800" b="0" i="1" smtClean="0">
                                  <a:solidFill>
                                    <a:srgbClr val="FF0000"/>
                                  </a:solidFill>
                                  <a:latin typeface="Cambria Math" panose="02040503050406030204" pitchFamily="18" charset="0"/>
                                  <a:ea typeface="Cambria Math" panose="02040503050406030204" pitchFamily="18" charset="0"/>
                                </a:rPr>
                                <m:t>𝐶</m:t>
                              </m:r>
                            </m:e>
                            <m:sub>
                              <m:r>
                                <a:rPr lang="en-US" sz="1800" b="0" i="1" smtClean="0">
                                  <a:solidFill>
                                    <a:srgbClr val="FF0000"/>
                                  </a:solidFill>
                                  <a:latin typeface="Cambria Math" panose="02040503050406030204" pitchFamily="18" charset="0"/>
                                  <a:ea typeface="Cambria Math" panose="02040503050406030204" pitchFamily="18" charset="0"/>
                                </a:rPr>
                                <m:t>𝑗</m:t>
                              </m:r>
                            </m:sub>
                          </m:sSub>
                          <m:r>
                            <a:rPr lang="en-US" sz="1800" b="0" i="1" smtClean="0">
                              <a:solidFill>
                                <a:srgbClr val="FF0000"/>
                              </a:solidFill>
                              <a:latin typeface="Cambria Math" panose="02040503050406030204" pitchFamily="18" charset="0"/>
                              <a:ea typeface="Cambria Math" panose="02040503050406030204" pitchFamily="18" charset="0"/>
                            </a:rPr>
                            <m:t>) </m:t>
                          </m:r>
                          <m:sSub>
                            <m:sSubPr>
                              <m:ctrlPr>
                                <a:rPr lang="en-US" sz="1800" i="1" smtClean="0">
                                  <a:solidFill>
                                    <a:srgbClr val="FF0000"/>
                                  </a:solidFill>
                                  <a:latin typeface="Cambria Math" panose="02040503050406030204" pitchFamily="18" charset="0"/>
                                  <a:ea typeface="Cambria Math" panose="02040503050406030204" pitchFamily="18" charset="0"/>
                                </a:rPr>
                              </m:ctrlPr>
                            </m:sSubPr>
                            <m:e>
                              <m:r>
                                <a:rPr lang="en-US" sz="1800" b="0" i="1" smtClean="0">
                                  <a:solidFill>
                                    <a:srgbClr val="FF0000"/>
                                  </a:solidFill>
                                  <a:latin typeface="Cambria Math" panose="02040503050406030204" pitchFamily="18" charset="0"/>
                                  <a:ea typeface="Cambria Math" panose="02040503050406030204" pitchFamily="18" charset="0"/>
                                </a:rPr>
                                <m:t>𝑙𝑜𝑔</m:t>
                              </m:r>
                            </m:e>
                            <m:sub>
                              <m:r>
                                <a:rPr lang="en-US" sz="1800" b="0" i="1" smtClean="0">
                                  <a:solidFill>
                                    <a:srgbClr val="FF0000"/>
                                  </a:solidFill>
                                  <a:latin typeface="Cambria Math" panose="02040503050406030204" pitchFamily="18" charset="0"/>
                                  <a:ea typeface="Cambria Math" panose="02040503050406030204" pitchFamily="18" charset="0"/>
                                </a:rPr>
                                <m:t>2</m:t>
                              </m:r>
                            </m:sub>
                          </m:sSub>
                          <m:sSub>
                            <m:sSubPr>
                              <m:ctrlPr>
                                <a:rPr lang="en-US" sz="1800" i="1">
                                  <a:solidFill>
                                    <a:srgbClr val="FF0000"/>
                                  </a:solidFill>
                                  <a:latin typeface="Cambria Math" panose="02040503050406030204" pitchFamily="18" charset="0"/>
                                  <a:ea typeface="Cambria Math" panose="02040503050406030204" pitchFamily="18" charset="0"/>
                                </a:rPr>
                              </m:ctrlPr>
                            </m:sSubPr>
                            <m:e>
                              <m:r>
                                <a:rPr lang="en-US" sz="1800" b="0" i="1" smtClean="0">
                                  <a:solidFill>
                                    <a:srgbClr val="FF0000"/>
                                  </a:solidFill>
                                  <a:latin typeface="Cambria Math" panose="02040503050406030204" pitchFamily="18" charset="0"/>
                                  <a:ea typeface="Cambria Math" panose="02040503050406030204" pitchFamily="18" charset="0"/>
                                </a:rPr>
                                <m:t>𝑃</m:t>
                              </m:r>
                              <m:r>
                                <a:rPr lang="en-US" sz="1800" b="0" i="1" smtClean="0">
                                  <a:solidFill>
                                    <a:srgbClr val="FF0000"/>
                                  </a:solidFill>
                                  <a:latin typeface="Cambria Math" panose="02040503050406030204" pitchFamily="18" charset="0"/>
                                  <a:ea typeface="Cambria Math" panose="02040503050406030204" pitchFamily="18" charset="0"/>
                                </a:rPr>
                                <m:t>(</m:t>
                              </m:r>
                              <m:r>
                                <a:rPr lang="en-US" sz="1800" b="0" i="1" smtClean="0">
                                  <a:solidFill>
                                    <a:srgbClr val="FF0000"/>
                                  </a:solidFill>
                                  <a:latin typeface="Cambria Math" panose="02040503050406030204" pitchFamily="18" charset="0"/>
                                  <a:ea typeface="Cambria Math" panose="02040503050406030204" pitchFamily="18" charset="0"/>
                                </a:rPr>
                                <m:t>𝐶</m:t>
                              </m:r>
                            </m:e>
                            <m:sub>
                              <m:r>
                                <a:rPr lang="en-US" sz="1800" b="0" i="1" smtClean="0">
                                  <a:solidFill>
                                    <a:srgbClr val="FF0000"/>
                                  </a:solidFill>
                                  <a:latin typeface="Cambria Math" panose="02040503050406030204" pitchFamily="18" charset="0"/>
                                  <a:ea typeface="Cambria Math" panose="02040503050406030204" pitchFamily="18" charset="0"/>
                                </a:rPr>
                                <m:t>𝑗</m:t>
                              </m:r>
                            </m:sub>
                          </m:sSub>
                          <m:r>
                            <a:rPr lang="en-US" sz="1800" b="0" i="1" smtClean="0">
                              <a:solidFill>
                                <a:srgbClr val="FF0000"/>
                              </a:solidFill>
                              <a:latin typeface="Cambria Math" panose="02040503050406030204" pitchFamily="18" charset="0"/>
                              <a:ea typeface="Cambria Math" panose="02040503050406030204" pitchFamily="18" charset="0"/>
                            </a:rPr>
                            <m:t>)</m:t>
                          </m:r>
                        </m:e>
                      </m:nary>
                    </m:oMath>
                  </m:oMathPara>
                </a14:m>
                <a:endParaRPr lang="en-US" sz="1800" dirty="0"/>
              </a:p>
            </p:txBody>
          </p:sp>
        </mc:Choice>
        <mc:Fallback xmlns="">
          <p:sp>
            <p:nvSpPr>
              <p:cNvPr id="7" name="TextBox 6">
                <a:extLst>
                  <a:ext uri="{FF2B5EF4-FFF2-40B4-BE49-F238E27FC236}">
                    <a16:creationId xmlns:a16="http://schemas.microsoft.com/office/drawing/2014/main" id="{0FFE7BDB-F2B5-4C64-8238-DC0A1E5248DB}"/>
                  </a:ext>
                </a:extLst>
              </p:cNvPr>
              <p:cNvSpPr txBox="1">
                <a:spLocks noRot="1" noChangeAspect="1" noMove="1" noResize="1" noEditPoints="1" noAdjustHandles="1" noChangeArrowheads="1" noChangeShapeType="1" noTextEdit="1"/>
              </p:cNvSpPr>
              <p:nvPr/>
            </p:nvSpPr>
            <p:spPr>
              <a:xfrm>
                <a:off x="2676379" y="1797257"/>
                <a:ext cx="3043815" cy="795859"/>
              </a:xfrm>
              <a:prstGeom prst="rect">
                <a:avLst/>
              </a:prstGeom>
              <a:blipFill>
                <a:blip r:embed="rId6"/>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880B195-37A2-4E01-8ECD-A44C8EE507B4}"/>
              </a:ext>
            </a:extLst>
          </p:cNvPr>
          <p:cNvSpPr txBox="1"/>
          <p:nvPr/>
        </p:nvSpPr>
        <p:spPr>
          <a:xfrm>
            <a:off x="210790" y="3546984"/>
            <a:ext cx="6161808" cy="506292"/>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sz="2000" dirty="0">
                <a:solidFill>
                  <a:srgbClr val="002060"/>
                </a:solidFill>
              </a:rPr>
              <a:t>Gini impurity </a:t>
            </a:r>
            <a:r>
              <a:rPr lang="en-US" sz="2000" dirty="0" err="1">
                <a:solidFill>
                  <a:srgbClr val="002060"/>
                </a:solidFill>
              </a:rPr>
              <a:t>i</a:t>
            </a:r>
            <a:r>
              <a:rPr lang="en-US" sz="2000" dirty="0">
                <a:solidFill>
                  <a:srgbClr val="002060"/>
                </a:solidFill>
              </a:rPr>
              <a:t>(n) at node n is defined as: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DA4D58-BBFA-475C-B9C8-6BF1908C5D83}"/>
                  </a:ext>
                </a:extLst>
              </p:cNvPr>
              <p:cNvSpPr txBox="1"/>
              <p:nvPr/>
            </p:nvSpPr>
            <p:spPr>
              <a:xfrm>
                <a:off x="2676379" y="4175155"/>
                <a:ext cx="3591562" cy="8074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panose="02040503050406030204" pitchFamily="18" charset="0"/>
                        </a:rPr>
                        <m:t>𝑖</m:t>
                      </m:r>
                      <m:d>
                        <m:dPr>
                          <m:ctrlPr>
                            <a:rPr lang="en-US" sz="180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𝑛</m:t>
                          </m:r>
                        </m:e>
                      </m:d>
                      <m:r>
                        <a:rPr lang="en-US" sz="1800" b="0" i="1" smtClean="0">
                          <a:solidFill>
                            <a:srgbClr val="FF0000"/>
                          </a:solidFill>
                          <a:latin typeface="Cambria Math" panose="02040503050406030204" pitchFamily="18" charset="0"/>
                        </a:rPr>
                        <m:t>= </m:t>
                      </m:r>
                      <m:nary>
                        <m:naryPr>
                          <m:chr m:val="∑"/>
                          <m:supHide m:val="on"/>
                          <m:ctrlPr>
                            <a:rPr lang="en-US" sz="1800" i="1" smtClean="0">
                              <a:solidFill>
                                <a:srgbClr val="FF0000"/>
                              </a:solidFill>
                              <a:latin typeface="Cambria Math" panose="02040503050406030204" pitchFamily="18" charset="0"/>
                            </a:rPr>
                          </m:ctrlPr>
                        </m:naryPr>
                        <m:sub>
                          <m:r>
                            <m:rPr>
                              <m:brk m:alnAt="7"/>
                            </m:rPr>
                            <a:rPr lang="en-US" sz="1800" b="0" i="1" smtClean="0">
                              <a:solidFill>
                                <a:srgbClr val="FF0000"/>
                              </a:solidFill>
                              <a:latin typeface="Cambria Math" panose="02040503050406030204" pitchFamily="18" charset="0"/>
                            </a:rPr>
                            <m:t>𝑗</m:t>
                          </m:r>
                        </m:sub>
                        <m:sup/>
                        <m:e>
                          <m:sSub>
                            <m:sSubPr>
                              <m:ctrlPr>
                                <a:rPr lang="en-US" sz="1800" i="1">
                                  <a:solidFill>
                                    <a:srgbClr val="FF0000"/>
                                  </a:solidFill>
                                  <a:latin typeface="Cambria Math" panose="02040503050406030204" pitchFamily="18" charset="0"/>
                                  <a:ea typeface="Cambria Math" panose="02040503050406030204" pitchFamily="18" charset="0"/>
                                </a:rPr>
                              </m:ctrlPr>
                            </m:sSubPr>
                            <m:e>
                              <m:r>
                                <a:rPr lang="en-US" sz="1800" i="1">
                                  <a:solidFill>
                                    <a:srgbClr val="FF0000"/>
                                  </a:solidFill>
                                  <a:latin typeface="Cambria Math" panose="02040503050406030204" pitchFamily="18" charset="0"/>
                                  <a:ea typeface="Cambria Math" panose="02040503050406030204" pitchFamily="18" charset="0"/>
                                </a:rPr>
                                <m:t>𝑃</m:t>
                              </m:r>
                              <m:r>
                                <a:rPr lang="en-US" sz="1800" i="1">
                                  <a:solidFill>
                                    <a:srgbClr val="FF0000"/>
                                  </a:solidFill>
                                  <a:latin typeface="Cambria Math" panose="02040503050406030204" pitchFamily="18" charset="0"/>
                                  <a:ea typeface="Cambria Math" panose="02040503050406030204" pitchFamily="18" charset="0"/>
                                </a:rPr>
                                <m:t>(</m:t>
                              </m:r>
                              <m:r>
                                <a:rPr lang="en-US" sz="1800" i="1">
                                  <a:solidFill>
                                    <a:srgbClr val="FF0000"/>
                                  </a:solidFill>
                                  <a:latin typeface="Cambria Math" panose="02040503050406030204" pitchFamily="18" charset="0"/>
                                  <a:ea typeface="Cambria Math" panose="02040503050406030204" pitchFamily="18" charset="0"/>
                                </a:rPr>
                                <m:t>𝐶</m:t>
                              </m:r>
                            </m:e>
                            <m:sub>
                              <m:r>
                                <a:rPr lang="en-US" sz="1800" i="1">
                                  <a:solidFill>
                                    <a:srgbClr val="FF0000"/>
                                  </a:solidFill>
                                  <a:latin typeface="Cambria Math" panose="02040503050406030204" pitchFamily="18" charset="0"/>
                                  <a:ea typeface="Cambria Math" panose="02040503050406030204" pitchFamily="18" charset="0"/>
                                </a:rPr>
                                <m:t>𝑗</m:t>
                              </m:r>
                            </m:sub>
                          </m:sSub>
                          <m:r>
                            <a:rPr lang="en-US" sz="1800" i="1">
                              <a:solidFill>
                                <a:srgbClr val="FF0000"/>
                              </a:solidFill>
                              <a:latin typeface="Cambria Math" panose="02040503050406030204" pitchFamily="18" charset="0"/>
                              <a:ea typeface="Cambria Math" panose="02040503050406030204" pitchFamily="18" charset="0"/>
                            </a:rPr>
                            <m:t>)</m:t>
                          </m:r>
                          <m:r>
                            <a:rPr lang="en-US" sz="1800" b="0" i="1" smtClean="0">
                              <a:solidFill>
                                <a:srgbClr val="FF0000"/>
                              </a:solidFill>
                              <a:latin typeface="Cambria Math" panose="02040503050406030204" pitchFamily="18" charset="0"/>
                              <a:ea typeface="Cambria Math" panose="02040503050406030204" pitchFamily="18" charset="0"/>
                            </a:rPr>
                            <m:t>(1</m:t>
                          </m:r>
                          <m:sSub>
                            <m:sSubPr>
                              <m:ctrlPr>
                                <a:rPr lang="en-US" sz="1800" i="1">
                                  <a:solidFill>
                                    <a:srgbClr val="FF0000"/>
                                  </a:solidFill>
                                  <a:latin typeface="Cambria Math" panose="02040503050406030204" pitchFamily="18" charset="0"/>
                                  <a:ea typeface="Cambria Math" panose="02040503050406030204" pitchFamily="18" charset="0"/>
                                </a:rPr>
                              </m:ctrlPr>
                            </m:sSubPr>
                            <m:e>
                              <m:r>
                                <a:rPr lang="en-US" sz="1800" b="0" i="1" smtClean="0">
                                  <a:solidFill>
                                    <a:srgbClr val="FF0000"/>
                                  </a:solidFill>
                                  <a:latin typeface="Cambria Math" panose="02040503050406030204" pitchFamily="18" charset="0"/>
                                  <a:ea typeface="Cambria Math" panose="02040503050406030204" pitchFamily="18" charset="0"/>
                                </a:rPr>
                                <m:t>−</m:t>
                              </m:r>
                              <m:r>
                                <a:rPr lang="en-US" sz="1800" i="1">
                                  <a:solidFill>
                                    <a:srgbClr val="FF0000"/>
                                  </a:solidFill>
                                  <a:latin typeface="Cambria Math" panose="02040503050406030204" pitchFamily="18" charset="0"/>
                                  <a:ea typeface="Cambria Math" panose="02040503050406030204" pitchFamily="18" charset="0"/>
                                </a:rPr>
                                <m:t>𝑃</m:t>
                              </m:r>
                              <m:r>
                                <a:rPr lang="en-US" sz="1800" i="1">
                                  <a:solidFill>
                                    <a:srgbClr val="FF0000"/>
                                  </a:solidFill>
                                  <a:latin typeface="Cambria Math" panose="02040503050406030204" pitchFamily="18" charset="0"/>
                                  <a:ea typeface="Cambria Math" panose="02040503050406030204" pitchFamily="18" charset="0"/>
                                </a:rPr>
                                <m:t>(</m:t>
                              </m:r>
                              <m:r>
                                <a:rPr lang="en-US" sz="1800" i="1">
                                  <a:solidFill>
                                    <a:srgbClr val="FF0000"/>
                                  </a:solidFill>
                                  <a:latin typeface="Cambria Math" panose="02040503050406030204" pitchFamily="18" charset="0"/>
                                  <a:ea typeface="Cambria Math" panose="02040503050406030204" pitchFamily="18" charset="0"/>
                                </a:rPr>
                                <m:t>𝐶</m:t>
                              </m:r>
                            </m:e>
                            <m:sub>
                              <m:r>
                                <a:rPr lang="en-US" sz="1800" i="1">
                                  <a:solidFill>
                                    <a:srgbClr val="FF0000"/>
                                  </a:solidFill>
                                  <a:latin typeface="Cambria Math" panose="02040503050406030204" pitchFamily="18" charset="0"/>
                                  <a:ea typeface="Cambria Math" panose="02040503050406030204" pitchFamily="18" charset="0"/>
                                </a:rPr>
                                <m:t>𝑗</m:t>
                              </m:r>
                            </m:sub>
                          </m:sSub>
                          <m:r>
                            <a:rPr lang="en-US" sz="1800" i="1">
                              <a:solidFill>
                                <a:srgbClr val="FF0000"/>
                              </a:solidFill>
                              <a:latin typeface="Cambria Math" panose="02040503050406030204" pitchFamily="18" charset="0"/>
                              <a:ea typeface="Cambria Math" panose="02040503050406030204" pitchFamily="18" charset="0"/>
                            </a:rPr>
                            <m:t>)</m:t>
                          </m:r>
                          <m:r>
                            <a:rPr lang="en-US" sz="1800" b="0" i="1" smtClean="0">
                              <a:solidFill>
                                <a:srgbClr val="FF0000"/>
                              </a:solidFill>
                              <a:latin typeface="Cambria Math" panose="02040503050406030204" pitchFamily="18" charset="0"/>
                              <a:ea typeface="Cambria Math" panose="02040503050406030204" pitchFamily="18" charset="0"/>
                            </a:rPr>
                            <m:t>)</m:t>
                          </m:r>
                        </m:e>
                      </m:nary>
                    </m:oMath>
                  </m:oMathPara>
                </a14:m>
                <a:endParaRPr lang="en-US" sz="1800" dirty="0"/>
              </a:p>
            </p:txBody>
          </p:sp>
        </mc:Choice>
        <mc:Fallback xmlns="">
          <p:sp>
            <p:nvSpPr>
              <p:cNvPr id="5" name="TextBox 4">
                <a:extLst>
                  <a:ext uri="{FF2B5EF4-FFF2-40B4-BE49-F238E27FC236}">
                    <a16:creationId xmlns:a16="http://schemas.microsoft.com/office/drawing/2014/main" id="{85DA4D58-BBFA-475C-B9C8-6BF1908C5D83}"/>
                  </a:ext>
                </a:extLst>
              </p:cNvPr>
              <p:cNvSpPr txBox="1">
                <a:spLocks noRot="1" noChangeAspect="1" noMove="1" noResize="1" noEditPoints="1" noAdjustHandles="1" noChangeArrowheads="1" noChangeShapeType="1" noTextEdit="1"/>
              </p:cNvSpPr>
              <p:nvPr/>
            </p:nvSpPr>
            <p:spPr>
              <a:xfrm>
                <a:off x="2676379" y="4175155"/>
                <a:ext cx="3591562" cy="807465"/>
              </a:xfrm>
              <a:prstGeom prst="rect">
                <a:avLst/>
              </a:prstGeom>
              <a:blipFill>
                <a:blip r:embed="rId7"/>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61F7649-6493-4C9F-94D4-7D20B42E27BC}"/>
              </a:ext>
            </a:extLst>
          </p:cNvPr>
          <p:cNvSpPr txBox="1"/>
          <p:nvPr/>
        </p:nvSpPr>
        <p:spPr>
          <a:xfrm>
            <a:off x="196720" y="4817014"/>
            <a:ext cx="6161808" cy="506292"/>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sz="2000" dirty="0">
                <a:solidFill>
                  <a:srgbClr val="002060"/>
                </a:solidFill>
              </a:rPr>
              <a:t>Misclassification impurity </a:t>
            </a:r>
            <a:r>
              <a:rPr lang="en-US" sz="2000" dirty="0" err="1">
                <a:solidFill>
                  <a:srgbClr val="002060"/>
                </a:solidFill>
              </a:rPr>
              <a:t>i</a:t>
            </a:r>
            <a:r>
              <a:rPr lang="en-US" sz="2000" dirty="0">
                <a:solidFill>
                  <a:srgbClr val="002060"/>
                </a:solidFill>
              </a:rPr>
              <a:t>(n) at node n is defined as: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30E508F-CB8C-401F-A900-37A0F91708A2}"/>
                  </a:ext>
                </a:extLst>
              </p:cNvPr>
              <p:cNvSpPr txBox="1"/>
              <p:nvPr/>
            </p:nvSpPr>
            <p:spPr>
              <a:xfrm>
                <a:off x="2676379" y="5526048"/>
                <a:ext cx="3591562" cy="4860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panose="02040503050406030204" pitchFamily="18" charset="0"/>
                        </a:rPr>
                        <m:t>𝑖</m:t>
                      </m:r>
                      <m:d>
                        <m:dPr>
                          <m:ctrlPr>
                            <a:rPr lang="en-US" sz="180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𝑛</m:t>
                          </m:r>
                        </m:e>
                      </m:d>
                      <m:r>
                        <a:rPr lang="en-US" sz="1800" b="0" i="1" smtClean="0">
                          <a:solidFill>
                            <a:srgbClr val="FF0000"/>
                          </a:solidFill>
                          <a:latin typeface="Cambria Math" panose="02040503050406030204" pitchFamily="18" charset="0"/>
                        </a:rPr>
                        <m:t>=1−</m:t>
                      </m:r>
                      <m:func>
                        <m:funcPr>
                          <m:ctrlPr>
                            <a:rPr lang="en-US" sz="1800" b="0" i="1" smtClean="0">
                              <a:solidFill>
                                <a:srgbClr val="FF0000"/>
                              </a:solidFill>
                              <a:latin typeface="Cambria Math" panose="02040503050406030204" pitchFamily="18" charset="0"/>
                            </a:rPr>
                          </m:ctrlPr>
                        </m:funcPr>
                        <m:fName>
                          <m:limLow>
                            <m:limLowPr>
                              <m:ctrlPr>
                                <a:rPr lang="en-US" sz="1800" b="0" i="1" smtClean="0">
                                  <a:solidFill>
                                    <a:srgbClr val="FF0000"/>
                                  </a:solidFill>
                                  <a:latin typeface="Cambria Math" panose="02040503050406030204" pitchFamily="18" charset="0"/>
                                </a:rPr>
                              </m:ctrlPr>
                            </m:limLowPr>
                            <m:e>
                              <m:r>
                                <m:rPr>
                                  <m:sty m:val="p"/>
                                </m:rPr>
                                <a:rPr lang="en-US" sz="1800" b="0" i="0" smtClean="0">
                                  <a:solidFill>
                                    <a:srgbClr val="FF0000"/>
                                  </a:solidFill>
                                  <a:latin typeface="Cambria Math" panose="02040503050406030204" pitchFamily="18" charset="0"/>
                                </a:rPr>
                                <m:t>max</m:t>
                              </m:r>
                            </m:e>
                            <m:lim>
                              <m:r>
                                <a:rPr lang="en-US" sz="1800" b="0" i="1" smtClean="0">
                                  <a:solidFill>
                                    <a:srgbClr val="FF0000"/>
                                  </a:solidFill>
                                  <a:latin typeface="Cambria Math" panose="02040503050406030204" pitchFamily="18" charset="0"/>
                                </a:rPr>
                                <m:t>𝑗</m:t>
                              </m:r>
                            </m:lim>
                          </m:limLow>
                        </m:fName>
                        <m:e>
                          <m:sSub>
                            <m:sSubPr>
                              <m:ctrlPr>
                                <a:rPr lang="en-US" sz="1800" i="1">
                                  <a:solidFill>
                                    <a:srgbClr val="FF0000"/>
                                  </a:solidFill>
                                  <a:latin typeface="Cambria Math" panose="02040503050406030204" pitchFamily="18" charset="0"/>
                                  <a:ea typeface="Cambria Math" panose="02040503050406030204" pitchFamily="18" charset="0"/>
                                </a:rPr>
                              </m:ctrlPr>
                            </m:sSubPr>
                            <m:e>
                              <m:r>
                                <a:rPr lang="en-US" sz="1800" i="1">
                                  <a:solidFill>
                                    <a:srgbClr val="FF0000"/>
                                  </a:solidFill>
                                  <a:latin typeface="Cambria Math" panose="02040503050406030204" pitchFamily="18" charset="0"/>
                                  <a:ea typeface="Cambria Math" panose="02040503050406030204" pitchFamily="18" charset="0"/>
                                </a:rPr>
                                <m:t>𝑃</m:t>
                              </m:r>
                              <m:r>
                                <a:rPr lang="en-US" sz="1800" i="1">
                                  <a:solidFill>
                                    <a:srgbClr val="FF0000"/>
                                  </a:solidFill>
                                  <a:latin typeface="Cambria Math" panose="02040503050406030204" pitchFamily="18" charset="0"/>
                                  <a:ea typeface="Cambria Math" panose="02040503050406030204" pitchFamily="18" charset="0"/>
                                </a:rPr>
                                <m:t>(</m:t>
                              </m:r>
                              <m:r>
                                <a:rPr lang="en-US" sz="1800" i="1">
                                  <a:solidFill>
                                    <a:srgbClr val="FF0000"/>
                                  </a:solidFill>
                                  <a:latin typeface="Cambria Math" panose="02040503050406030204" pitchFamily="18" charset="0"/>
                                  <a:ea typeface="Cambria Math" panose="02040503050406030204" pitchFamily="18" charset="0"/>
                                </a:rPr>
                                <m:t>𝐶</m:t>
                              </m:r>
                            </m:e>
                            <m:sub>
                              <m:r>
                                <a:rPr lang="en-US" sz="1800" i="1">
                                  <a:solidFill>
                                    <a:srgbClr val="FF0000"/>
                                  </a:solidFill>
                                  <a:latin typeface="Cambria Math" panose="02040503050406030204" pitchFamily="18" charset="0"/>
                                  <a:ea typeface="Cambria Math" panose="02040503050406030204" pitchFamily="18" charset="0"/>
                                </a:rPr>
                                <m:t>𝑗</m:t>
                              </m:r>
                            </m:sub>
                          </m:sSub>
                          <m:r>
                            <a:rPr lang="en-US" sz="1800" i="1">
                              <a:solidFill>
                                <a:srgbClr val="FF0000"/>
                              </a:solidFill>
                              <a:latin typeface="Cambria Math" panose="02040503050406030204" pitchFamily="18" charset="0"/>
                              <a:ea typeface="Cambria Math" panose="02040503050406030204" pitchFamily="18" charset="0"/>
                            </a:rPr>
                            <m:t>)</m:t>
                          </m:r>
                        </m:e>
                      </m:func>
                    </m:oMath>
                  </m:oMathPara>
                </a14:m>
                <a:endParaRPr lang="en-US" sz="1800" dirty="0"/>
              </a:p>
            </p:txBody>
          </p:sp>
        </mc:Choice>
        <mc:Fallback xmlns="">
          <p:sp>
            <p:nvSpPr>
              <p:cNvPr id="8" name="TextBox 7">
                <a:extLst>
                  <a:ext uri="{FF2B5EF4-FFF2-40B4-BE49-F238E27FC236}">
                    <a16:creationId xmlns:a16="http://schemas.microsoft.com/office/drawing/2014/main" id="{130E508F-CB8C-401F-A900-37A0F91708A2}"/>
                  </a:ext>
                </a:extLst>
              </p:cNvPr>
              <p:cNvSpPr txBox="1">
                <a:spLocks noRot="1" noChangeAspect="1" noMove="1" noResize="1" noEditPoints="1" noAdjustHandles="1" noChangeArrowheads="1" noChangeShapeType="1" noTextEdit="1"/>
              </p:cNvSpPr>
              <p:nvPr/>
            </p:nvSpPr>
            <p:spPr>
              <a:xfrm>
                <a:off x="2676379" y="5526048"/>
                <a:ext cx="3591562" cy="486095"/>
              </a:xfrm>
              <a:prstGeom prst="rect">
                <a:avLst/>
              </a:prstGeom>
              <a:blipFill>
                <a:blip r:embed="rId8"/>
                <a:stretch>
                  <a:fillRect b="-6329"/>
                </a:stretch>
              </a:blipFill>
            </p:spPr>
            <p:txBody>
              <a:bodyPr/>
              <a:lstStyle/>
              <a:p>
                <a:r>
                  <a:rPr lang="en-US">
                    <a:noFill/>
                  </a:rPr>
                  <a:t> </a:t>
                </a:r>
              </a:p>
            </p:txBody>
          </p:sp>
        </mc:Fallback>
      </mc:AlternateContent>
      <p:pic>
        <p:nvPicPr>
          <p:cNvPr id="17" name="Picture 16" descr="Chart, line chart&#10;&#10;Description automatically generated">
            <a:extLst>
              <a:ext uri="{FF2B5EF4-FFF2-40B4-BE49-F238E27FC236}">
                <a16:creationId xmlns:a16="http://schemas.microsoft.com/office/drawing/2014/main" id="{DFAABED7-23EB-4EA6-9A82-E24A5D07D1C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38555" y="1717385"/>
            <a:ext cx="4811994" cy="3659198"/>
          </a:xfrm>
          <a:prstGeom prst="rect">
            <a:avLst/>
          </a:prstGeom>
        </p:spPr>
      </p:pic>
    </p:spTree>
    <p:extLst>
      <p:ext uri="{BB962C8B-B14F-4D97-AF65-F5344CB8AC3E}">
        <p14:creationId xmlns:p14="http://schemas.microsoft.com/office/powerpoint/2010/main" val="3283594652"/>
      </p:ext>
    </p:extLst>
  </p:cSld>
  <p:clrMapOvr>
    <a:masterClrMapping/>
  </p:clrMapOvr>
  <mc:AlternateContent xmlns:mc="http://schemas.openxmlformats.org/markup-compatibility/2006" xmlns:p14="http://schemas.microsoft.com/office/powerpoint/2010/main">
    <mc:Choice Requires="p14">
      <p:transition spd="slow" p14:dur="2000" advTm="266368"/>
    </mc:Choice>
    <mc:Fallback xmlns="">
      <p:transition spd="slow" advTm="26636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A9181-6049-91F6-90AE-5BBDA266E4B6}"/>
              </a:ext>
            </a:extLst>
          </p:cNvPr>
          <p:cNvSpPr>
            <a:spLocks noGrp="1"/>
          </p:cNvSpPr>
          <p:nvPr>
            <p:ph type="title"/>
          </p:nvPr>
        </p:nvSpPr>
        <p:spPr/>
        <p:txBody>
          <a:bodyPr>
            <a:normAutofit/>
          </a:bodyPr>
          <a:lstStyle/>
          <a:p>
            <a:r>
              <a:rPr lang="en-US" sz="3600" dirty="0"/>
              <a:t>Example: Building a classification Tree Step-by-Step</a:t>
            </a:r>
          </a:p>
        </p:txBody>
      </p:sp>
      <p:sp>
        <p:nvSpPr>
          <p:cNvPr id="3" name="Content Placeholder 2">
            <a:extLst>
              <a:ext uri="{FF2B5EF4-FFF2-40B4-BE49-F238E27FC236}">
                <a16:creationId xmlns:a16="http://schemas.microsoft.com/office/drawing/2014/main" id="{8A2CCEEC-919F-FB89-AC05-2BB6EAB05D98}"/>
              </a:ext>
            </a:extLst>
          </p:cNvPr>
          <p:cNvSpPr>
            <a:spLocks noGrp="1"/>
          </p:cNvSpPr>
          <p:nvPr>
            <p:ph idx="1"/>
          </p:nvPr>
        </p:nvSpPr>
        <p:spPr>
          <a:xfrm>
            <a:off x="842348" y="1825625"/>
            <a:ext cx="10843374" cy="4351338"/>
          </a:xfrm>
        </p:spPr>
        <p:txBody>
          <a:bodyPr>
            <a:normAutofit/>
          </a:bodyPr>
          <a:lstStyle/>
          <a:p>
            <a:r>
              <a:rPr lang="en-US" sz="2400" dirty="0"/>
              <a:t>Given this training dataset, we want to build a classification tree that uses </a:t>
            </a:r>
            <a:r>
              <a:rPr lang="en-US" sz="2400" dirty="0">
                <a:solidFill>
                  <a:schemeClr val="accent2">
                    <a:lumMod val="75000"/>
                  </a:schemeClr>
                </a:solidFill>
              </a:rPr>
              <a:t>Loves Popcorn</a:t>
            </a:r>
            <a:r>
              <a:rPr lang="en-US" sz="2400" dirty="0"/>
              <a:t>, </a:t>
            </a:r>
            <a:r>
              <a:rPr lang="en-US" sz="2400" dirty="0">
                <a:solidFill>
                  <a:schemeClr val="accent2">
                    <a:lumMod val="75000"/>
                  </a:schemeClr>
                </a:solidFill>
              </a:rPr>
              <a:t>Loves Soda</a:t>
            </a:r>
            <a:r>
              <a:rPr lang="en-US" sz="2400" dirty="0"/>
              <a:t>, and </a:t>
            </a:r>
            <a:r>
              <a:rPr lang="en-US" sz="2400" dirty="0">
                <a:solidFill>
                  <a:schemeClr val="accent2">
                    <a:lumMod val="75000"/>
                  </a:schemeClr>
                </a:solidFill>
              </a:rPr>
              <a:t>Age</a:t>
            </a:r>
            <a:r>
              <a:rPr lang="en-US" sz="2400" dirty="0"/>
              <a:t> to predict whether or not someone will love </a:t>
            </a:r>
            <a:r>
              <a:rPr lang="en-US" sz="2400" dirty="0">
                <a:solidFill>
                  <a:srgbClr val="00B050"/>
                </a:solidFill>
              </a:rPr>
              <a:t>Music 1</a:t>
            </a:r>
            <a:r>
              <a:rPr lang="en-US" sz="2400" dirty="0"/>
              <a:t>.</a:t>
            </a:r>
          </a:p>
          <a:p>
            <a:endParaRPr lang="en-US" sz="2400" dirty="0"/>
          </a:p>
          <a:p>
            <a:pPr marL="0" indent="0">
              <a:buNone/>
            </a:pPr>
            <a:endParaRPr lang="en-US" sz="2400" dirty="0"/>
          </a:p>
        </p:txBody>
      </p:sp>
      <p:sp>
        <p:nvSpPr>
          <p:cNvPr id="4" name="Slide Number Placeholder 3">
            <a:extLst>
              <a:ext uri="{FF2B5EF4-FFF2-40B4-BE49-F238E27FC236}">
                <a16:creationId xmlns:a16="http://schemas.microsoft.com/office/drawing/2014/main" id="{DA1A67F4-B783-C7BF-C2C3-26EEDFF22E08}"/>
              </a:ext>
            </a:extLst>
          </p:cNvPr>
          <p:cNvSpPr>
            <a:spLocks noGrp="1"/>
          </p:cNvSpPr>
          <p:nvPr>
            <p:ph type="sldNum" sz="quarter" idx="12"/>
          </p:nvPr>
        </p:nvSpPr>
        <p:spPr/>
        <p:txBody>
          <a:bodyPr/>
          <a:lstStyle/>
          <a:p>
            <a:fld id="{8D85F329-02EE-4F4A-8B74-A22642379FE5}" type="slidenum">
              <a:rPr lang="en-US" smtClean="0"/>
              <a:t>22</a:t>
            </a:fld>
            <a:endParaRPr lang="en-US"/>
          </a:p>
        </p:txBody>
      </p:sp>
      <p:graphicFrame>
        <p:nvGraphicFramePr>
          <p:cNvPr id="5" name="Table 5">
            <a:extLst>
              <a:ext uri="{FF2B5EF4-FFF2-40B4-BE49-F238E27FC236}">
                <a16:creationId xmlns:a16="http://schemas.microsoft.com/office/drawing/2014/main" id="{4C76579B-FB65-DE5C-9B53-473BC7B0B0F6}"/>
              </a:ext>
            </a:extLst>
          </p:cNvPr>
          <p:cNvGraphicFramePr>
            <a:graphicFrameLocks noGrp="1"/>
          </p:cNvGraphicFramePr>
          <p:nvPr/>
        </p:nvGraphicFramePr>
        <p:xfrm>
          <a:off x="1220644" y="2882491"/>
          <a:ext cx="6110056" cy="3473860"/>
        </p:xfrm>
        <a:graphic>
          <a:graphicData uri="http://schemas.openxmlformats.org/drawingml/2006/table">
            <a:tbl>
              <a:tblPr firstRow="1" bandRow="1">
                <a:tableStyleId>{5940675A-B579-460E-94D1-54222C63F5DA}</a:tableStyleId>
              </a:tblPr>
              <a:tblGrid>
                <a:gridCol w="1527514">
                  <a:extLst>
                    <a:ext uri="{9D8B030D-6E8A-4147-A177-3AD203B41FA5}">
                      <a16:colId xmlns:a16="http://schemas.microsoft.com/office/drawing/2014/main" val="3970593616"/>
                    </a:ext>
                  </a:extLst>
                </a:gridCol>
                <a:gridCol w="1527514">
                  <a:extLst>
                    <a:ext uri="{9D8B030D-6E8A-4147-A177-3AD203B41FA5}">
                      <a16:colId xmlns:a16="http://schemas.microsoft.com/office/drawing/2014/main" val="2934454268"/>
                    </a:ext>
                  </a:extLst>
                </a:gridCol>
                <a:gridCol w="1527514">
                  <a:extLst>
                    <a:ext uri="{9D8B030D-6E8A-4147-A177-3AD203B41FA5}">
                      <a16:colId xmlns:a16="http://schemas.microsoft.com/office/drawing/2014/main" val="652247648"/>
                    </a:ext>
                  </a:extLst>
                </a:gridCol>
                <a:gridCol w="1527514">
                  <a:extLst>
                    <a:ext uri="{9D8B030D-6E8A-4147-A177-3AD203B41FA5}">
                      <a16:colId xmlns:a16="http://schemas.microsoft.com/office/drawing/2014/main" val="2616932534"/>
                    </a:ext>
                  </a:extLst>
                </a:gridCol>
              </a:tblGrid>
              <a:tr h="378700">
                <a:tc>
                  <a:txBody>
                    <a:bodyPr/>
                    <a:lstStyle/>
                    <a:p>
                      <a:pPr algn="ctr"/>
                      <a:r>
                        <a:rPr lang="en-US" sz="2400" b="1" dirty="0">
                          <a:solidFill>
                            <a:schemeClr val="accent2">
                              <a:lumMod val="75000"/>
                            </a:schemeClr>
                          </a:solidFill>
                        </a:rPr>
                        <a:t>Loves Popcorn</a:t>
                      </a:r>
                      <a:endParaRPr lang="en-US" sz="2400" b="1" dirty="0"/>
                    </a:p>
                  </a:txBody>
                  <a:tcPr/>
                </a:tc>
                <a:tc>
                  <a:txBody>
                    <a:bodyPr/>
                    <a:lstStyle/>
                    <a:p>
                      <a:pPr algn="ctr"/>
                      <a:r>
                        <a:rPr lang="en-US" sz="2400" b="1" dirty="0">
                          <a:solidFill>
                            <a:schemeClr val="accent2">
                              <a:lumMod val="75000"/>
                            </a:schemeClr>
                          </a:solidFill>
                        </a:rPr>
                        <a:t>Loves Soda</a:t>
                      </a:r>
                      <a:endParaRPr lang="en-US" sz="2400" b="1" dirty="0"/>
                    </a:p>
                  </a:txBody>
                  <a:tcPr/>
                </a:tc>
                <a:tc>
                  <a:txBody>
                    <a:bodyPr/>
                    <a:lstStyle/>
                    <a:p>
                      <a:pPr algn="ctr"/>
                      <a:r>
                        <a:rPr lang="en-US" sz="2400" b="1" dirty="0">
                          <a:solidFill>
                            <a:schemeClr val="accent2">
                              <a:lumMod val="75000"/>
                            </a:schemeClr>
                          </a:solidFill>
                        </a:rPr>
                        <a:t>Age</a:t>
                      </a:r>
                      <a:endParaRPr lang="en-US" sz="2400" b="1" dirty="0"/>
                    </a:p>
                  </a:txBody>
                  <a:tcPr/>
                </a:tc>
                <a:tc>
                  <a:txBody>
                    <a:bodyPr/>
                    <a:lstStyle/>
                    <a:p>
                      <a:pPr algn="ctr"/>
                      <a:r>
                        <a:rPr lang="en-US" sz="2400" b="1" dirty="0">
                          <a:solidFill>
                            <a:srgbClr val="00B050"/>
                          </a:solidFill>
                        </a:rPr>
                        <a:t>Music 1</a:t>
                      </a:r>
                      <a:endParaRPr lang="en-US" sz="2400" b="1" dirty="0"/>
                    </a:p>
                  </a:txBody>
                  <a:tcPr/>
                </a:tc>
                <a:extLst>
                  <a:ext uri="{0D108BD9-81ED-4DB2-BD59-A6C34878D82A}">
                    <a16:rowId xmlns:a16="http://schemas.microsoft.com/office/drawing/2014/main" val="939989933"/>
                  </a:ext>
                </a:extLst>
              </a:tr>
              <a:tr h="378700">
                <a:tc>
                  <a:txBody>
                    <a:bodyPr/>
                    <a:lstStyle/>
                    <a:p>
                      <a:pPr algn="ctr"/>
                      <a:r>
                        <a:rPr lang="en-US" dirty="0"/>
                        <a:t>Yes</a:t>
                      </a:r>
                    </a:p>
                  </a:txBody>
                  <a:tcPr/>
                </a:tc>
                <a:tc>
                  <a:txBody>
                    <a:bodyPr/>
                    <a:lstStyle/>
                    <a:p>
                      <a:pPr algn="ctr"/>
                      <a:r>
                        <a:rPr lang="en-US" dirty="0"/>
                        <a:t>Yes</a:t>
                      </a:r>
                    </a:p>
                  </a:txBody>
                  <a:tcPr/>
                </a:tc>
                <a:tc>
                  <a:txBody>
                    <a:bodyPr/>
                    <a:lstStyle/>
                    <a:p>
                      <a:pPr algn="ctr"/>
                      <a:r>
                        <a:rPr lang="en-US" dirty="0"/>
                        <a:t>7</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808463981"/>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118996182"/>
                  </a:ext>
                </a:extLst>
              </a:tr>
              <a:tr h="378700">
                <a:tc>
                  <a:txBody>
                    <a:bodyPr/>
                    <a:lstStyle/>
                    <a:p>
                      <a:pPr algn="ctr"/>
                      <a:r>
                        <a:rPr lang="en-US" dirty="0"/>
                        <a:t>No</a:t>
                      </a:r>
                    </a:p>
                  </a:txBody>
                  <a:tcPr/>
                </a:tc>
                <a:tc>
                  <a:txBody>
                    <a:bodyPr/>
                    <a:lstStyle/>
                    <a:p>
                      <a:pPr algn="ctr"/>
                      <a:r>
                        <a:rPr lang="en-US" dirty="0"/>
                        <a:t>Yes</a:t>
                      </a:r>
                    </a:p>
                  </a:txBody>
                  <a:tcPr/>
                </a:tc>
                <a:tc>
                  <a:txBody>
                    <a:bodyPr/>
                    <a:lstStyle/>
                    <a:p>
                      <a:pPr algn="ctr"/>
                      <a:r>
                        <a:rPr lang="en-US" dirty="0"/>
                        <a:t>18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3118641281"/>
                  </a:ext>
                </a:extLst>
              </a:tr>
              <a:tr h="378700">
                <a:tc>
                  <a:txBody>
                    <a:bodyPr/>
                    <a:lstStyle/>
                    <a:p>
                      <a:pPr algn="ctr"/>
                      <a:r>
                        <a:rPr lang="en-US" dirty="0"/>
                        <a:t>No</a:t>
                      </a:r>
                    </a:p>
                  </a:txBody>
                  <a:tcPr/>
                </a:tc>
                <a:tc>
                  <a:txBody>
                    <a:bodyPr/>
                    <a:lstStyle/>
                    <a:p>
                      <a:pPr algn="ctr"/>
                      <a:r>
                        <a:rPr lang="en-US" dirty="0"/>
                        <a:t>Yes</a:t>
                      </a:r>
                    </a:p>
                  </a:txBody>
                  <a:tcPr/>
                </a:tc>
                <a:tc>
                  <a:txBody>
                    <a:bodyPr/>
                    <a:lstStyle/>
                    <a:p>
                      <a:pPr algn="ctr"/>
                      <a:r>
                        <a:rPr lang="en-US" dirty="0"/>
                        <a:t>35</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871524058"/>
                  </a:ext>
                </a:extLst>
              </a:tr>
              <a:tr h="378700">
                <a:tc>
                  <a:txBody>
                    <a:bodyPr/>
                    <a:lstStyle/>
                    <a:p>
                      <a:pPr algn="ctr"/>
                      <a:r>
                        <a:rPr lang="en-US" dirty="0"/>
                        <a:t>Yes</a:t>
                      </a:r>
                    </a:p>
                  </a:txBody>
                  <a:tcPr/>
                </a:tc>
                <a:tc>
                  <a:txBody>
                    <a:bodyPr/>
                    <a:lstStyle/>
                    <a:p>
                      <a:pPr algn="ctr"/>
                      <a:r>
                        <a:rPr lang="en-US" dirty="0"/>
                        <a:t>Yes</a:t>
                      </a:r>
                    </a:p>
                  </a:txBody>
                  <a:tcPr/>
                </a:tc>
                <a:tc>
                  <a:txBody>
                    <a:bodyPr/>
                    <a:lstStyle/>
                    <a:p>
                      <a:pPr algn="ctr"/>
                      <a:r>
                        <a:rPr lang="en-US" dirty="0"/>
                        <a:t>38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4182765875"/>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262163810"/>
                  </a:ext>
                </a:extLst>
              </a:tr>
              <a:tr h="378700">
                <a:tc>
                  <a:txBody>
                    <a:bodyPr/>
                    <a:lstStyle/>
                    <a:p>
                      <a:pPr algn="ctr"/>
                      <a:r>
                        <a:rPr lang="en-US" dirty="0"/>
                        <a:t>No</a:t>
                      </a:r>
                    </a:p>
                  </a:txBody>
                  <a:tcPr/>
                </a:tc>
                <a:tc>
                  <a:txBody>
                    <a:bodyPr/>
                    <a:lstStyle/>
                    <a:p>
                      <a:pPr algn="ctr"/>
                      <a:r>
                        <a:rPr lang="en-US" dirty="0"/>
                        <a:t>No</a:t>
                      </a:r>
                    </a:p>
                  </a:txBody>
                  <a:tcPr/>
                </a:tc>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185019788"/>
                  </a:ext>
                </a:extLst>
              </a:tr>
            </a:tbl>
          </a:graphicData>
        </a:graphic>
      </p:graphicFrame>
    </p:spTree>
    <p:extLst>
      <p:ext uri="{BB962C8B-B14F-4D97-AF65-F5344CB8AC3E}">
        <p14:creationId xmlns:p14="http://schemas.microsoft.com/office/powerpoint/2010/main" val="4183422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B5FD-E447-ACAF-442B-1934A1992DC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650287D-9C88-3E50-0026-A6133395D302}"/>
              </a:ext>
            </a:extLst>
          </p:cNvPr>
          <p:cNvSpPr>
            <a:spLocks noGrp="1"/>
          </p:cNvSpPr>
          <p:nvPr>
            <p:ph idx="1"/>
          </p:nvPr>
        </p:nvSpPr>
        <p:spPr>
          <a:xfrm>
            <a:off x="842348" y="1825625"/>
            <a:ext cx="10567630" cy="1106826"/>
          </a:xfrm>
        </p:spPr>
        <p:txBody>
          <a:bodyPr/>
          <a:lstStyle/>
          <a:p>
            <a:r>
              <a:rPr lang="en-US" dirty="0"/>
              <a:t>The first thing we do is to decide whether Loves Popcorn, Loves Soda, or Age should be the question we ask at the very top of the tree.</a:t>
            </a:r>
          </a:p>
        </p:txBody>
      </p:sp>
      <p:sp>
        <p:nvSpPr>
          <p:cNvPr id="4" name="Slide Number Placeholder 3">
            <a:extLst>
              <a:ext uri="{FF2B5EF4-FFF2-40B4-BE49-F238E27FC236}">
                <a16:creationId xmlns:a16="http://schemas.microsoft.com/office/drawing/2014/main" id="{CF7CC732-FF58-0A37-9CD7-EC3F022FFA75}"/>
              </a:ext>
            </a:extLst>
          </p:cNvPr>
          <p:cNvSpPr>
            <a:spLocks noGrp="1"/>
          </p:cNvSpPr>
          <p:nvPr>
            <p:ph type="sldNum" sz="quarter" idx="12"/>
          </p:nvPr>
        </p:nvSpPr>
        <p:spPr/>
        <p:txBody>
          <a:bodyPr/>
          <a:lstStyle/>
          <a:p>
            <a:fld id="{8D85F329-02EE-4F4A-8B74-A22642379FE5}" type="slidenum">
              <a:rPr lang="en-US" smtClean="0"/>
              <a:t>23</a:t>
            </a:fld>
            <a:endParaRPr lang="en-US"/>
          </a:p>
        </p:txBody>
      </p:sp>
      <p:sp>
        <p:nvSpPr>
          <p:cNvPr id="5" name="Rectangle: Rounded Corners 4">
            <a:extLst>
              <a:ext uri="{FF2B5EF4-FFF2-40B4-BE49-F238E27FC236}">
                <a16:creationId xmlns:a16="http://schemas.microsoft.com/office/drawing/2014/main" id="{DB77F772-7BC6-5FF9-1465-382973CC0B75}"/>
              </a:ext>
            </a:extLst>
          </p:cNvPr>
          <p:cNvSpPr/>
          <p:nvPr/>
        </p:nvSpPr>
        <p:spPr>
          <a:xfrm>
            <a:off x="6958739" y="3427856"/>
            <a:ext cx="1999281" cy="5734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t>
            </a:r>
          </a:p>
        </p:txBody>
      </p:sp>
      <p:cxnSp>
        <p:nvCxnSpPr>
          <p:cNvPr id="7" name="Straight Arrow Connector 6">
            <a:extLst>
              <a:ext uri="{FF2B5EF4-FFF2-40B4-BE49-F238E27FC236}">
                <a16:creationId xmlns:a16="http://schemas.microsoft.com/office/drawing/2014/main" id="{6AF0B69D-35D0-0AB4-F0A1-1248FFE9F4D2}"/>
              </a:ext>
            </a:extLst>
          </p:cNvPr>
          <p:cNvCxnSpPr/>
          <p:nvPr/>
        </p:nvCxnSpPr>
        <p:spPr>
          <a:xfrm flipH="1">
            <a:off x="6338807" y="4001294"/>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2C010639-6A39-D7EF-2391-1146316065DF}"/>
              </a:ext>
            </a:extLst>
          </p:cNvPr>
          <p:cNvSpPr/>
          <p:nvPr/>
        </p:nvSpPr>
        <p:spPr>
          <a:xfrm>
            <a:off x="3719593" y="5576807"/>
            <a:ext cx="1999281" cy="5734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4334503-2C7D-2F33-8EE5-0180676070CA}"/>
              </a:ext>
            </a:extLst>
          </p:cNvPr>
          <p:cNvSpPr/>
          <p:nvPr/>
        </p:nvSpPr>
        <p:spPr>
          <a:xfrm>
            <a:off x="8614780" y="4510155"/>
            <a:ext cx="1999281" cy="5734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B007DB30-4A22-56F3-3E86-33DB59F393EA}"/>
              </a:ext>
            </a:extLst>
          </p:cNvPr>
          <p:cNvCxnSpPr>
            <a:cxnSpLocks/>
          </p:cNvCxnSpPr>
          <p:nvPr/>
        </p:nvCxnSpPr>
        <p:spPr>
          <a:xfrm>
            <a:off x="8958020" y="4001294"/>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2E8612FF-F549-0ED5-FCCF-F41F3F5EA1CB}"/>
              </a:ext>
            </a:extLst>
          </p:cNvPr>
          <p:cNvSpPr/>
          <p:nvPr/>
        </p:nvSpPr>
        <p:spPr>
          <a:xfrm>
            <a:off x="5339166" y="4494508"/>
            <a:ext cx="1999281" cy="5734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C2A4136E-C38D-E0FC-25D1-61C2096EDA2E}"/>
              </a:ext>
            </a:extLst>
          </p:cNvPr>
          <p:cNvCxnSpPr/>
          <p:nvPr/>
        </p:nvCxnSpPr>
        <p:spPr>
          <a:xfrm flipH="1">
            <a:off x="4719234" y="5067946"/>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CF0DA3E-2555-E553-DC47-1B4C7183CE6C}"/>
              </a:ext>
            </a:extLst>
          </p:cNvPr>
          <p:cNvCxnSpPr>
            <a:cxnSpLocks/>
          </p:cNvCxnSpPr>
          <p:nvPr/>
        </p:nvCxnSpPr>
        <p:spPr>
          <a:xfrm>
            <a:off x="7338447" y="5067946"/>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697ED9A-A4F6-6220-CEE3-1220A0A2F7EE}"/>
              </a:ext>
            </a:extLst>
          </p:cNvPr>
          <p:cNvSpPr/>
          <p:nvPr/>
        </p:nvSpPr>
        <p:spPr>
          <a:xfrm>
            <a:off x="7075458" y="5576807"/>
            <a:ext cx="1999281" cy="5734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68FD8D1-B666-F44F-1A3A-C5A04FDF9DD3}"/>
              </a:ext>
            </a:extLst>
          </p:cNvPr>
          <p:cNvCxnSpPr>
            <a:cxnSpLocks/>
            <a:endCxn id="5" idx="0"/>
          </p:cNvCxnSpPr>
          <p:nvPr/>
        </p:nvCxnSpPr>
        <p:spPr>
          <a:xfrm>
            <a:off x="6970121" y="2693668"/>
            <a:ext cx="988259" cy="734188"/>
          </a:xfrm>
          <a:prstGeom prst="straightConnector1">
            <a:avLst/>
          </a:prstGeom>
          <a:ln w="76200">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0188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F4CEE11-B4DD-3A48-5B4B-C04EDE65BFD7}"/>
              </a:ext>
            </a:extLst>
          </p:cNvPr>
          <p:cNvSpPr/>
          <p:nvPr/>
        </p:nvSpPr>
        <p:spPr>
          <a:xfrm>
            <a:off x="4623736" y="2727820"/>
            <a:ext cx="1082180" cy="3825380"/>
          </a:xfrm>
          <a:custGeom>
            <a:avLst/>
            <a:gdLst>
              <a:gd name="connsiteX0" fmla="*/ 0 w 1082180"/>
              <a:gd name="connsiteY0" fmla="*/ 0 h 3825380"/>
              <a:gd name="connsiteX1" fmla="*/ 519446 w 1082180"/>
              <a:gd name="connsiteY1" fmla="*/ 0 h 3825380"/>
              <a:gd name="connsiteX2" fmla="*/ 1082180 w 1082180"/>
              <a:gd name="connsiteY2" fmla="*/ 0 h 3825380"/>
              <a:gd name="connsiteX3" fmla="*/ 1082180 w 1082180"/>
              <a:gd name="connsiteY3" fmla="*/ 584737 h 3825380"/>
              <a:gd name="connsiteX4" fmla="*/ 1082180 w 1082180"/>
              <a:gd name="connsiteY4" fmla="*/ 1207727 h 3825380"/>
              <a:gd name="connsiteX5" fmla="*/ 1082180 w 1082180"/>
              <a:gd name="connsiteY5" fmla="*/ 1830718 h 3825380"/>
              <a:gd name="connsiteX6" fmla="*/ 1082180 w 1082180"/>
              <a:gd name="connsiteY6" fmla="*/ 2300693 h 3825380"/>
              <a:gd name="connsiteX7" fmla="*/ 1082180 w 1082180"/>
              <a:gd name="connsiteY7" fmla="*/ 2732414 h 3825380"/>
              <a:gd name="connsiteX8" fmla="*/ 1082180 w 1082180"/>
              <a:gd name="connsiteY8" fmla="*/ 3202390 h 3825380"/>
              <a:gd name="connsiteX9" fmla="*/ 1082180 w 1082180"/>
              <a:gd name="connsiteY9" fmla="*/ 3825380 h 3825380"/>
              <a:gd name="connsiteX10" fmla="*/ 519446 w 1082180"/>
              <a:gd name="connsiteY10" fmla="*/ 3825380 h 3825380"/>
              <a:gd name="connsiteX11" fmla="*/ 0 w 1082180"/>
              <a:gd name="connsiteY11" fmla="*/ 3825380 h 3825380"/>
              <a:gd name="connsiteX12" fmla="*/ 0 w 1082180"/>
              <a:gd name="connsiteY12" fmla="*/ 3355405 h 3825380"/>
              <a:gd name="connsiteX13" fmla="*/ 0 w 1082180"/>
              <a:gd name="connsiteY13" fmla="*/ 2885429 h 3825380"/>
              <a:gd name="connsiteX14" fmla="*/ 0 w 1082180"/>
              <a:gd name="connsiteY14" fmla="*/ 2453708 h 3825380"/>
              <a:gd name="connsiteX15" fmla="*/ 0 w 1082180"/>
              <a:gd name="connsiteY15" fmla="*/ 2021987 h 3825380"/>
              <a:gd name="connsiteX16" fmla="*/ 0 w 1082180"/>
              <a:gd name="connsiteY16" fmla="*/ 1398996 h 3825380"/>
              <a:gd name="connsiteX17" fmla="*/ 0 w 1082180"/>
              <a:gd name="connsiteY17" fmla="*/ 967275 h 3825380"/>
              <a:gd name="connsiteX18" fmla="*/ 0 w 1082180"/>
              <a:gd name="connsiteY18" fmla="*/ 0 h 3825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2180" h="3825380" fill="none" extrusionOk="0">
                <a:moveTo>
                  <a:pt x="0" y="0"/>
                </a:moveTo>
                <a:cubicBezTo>
                  <a:pt x="154147" y="-18243"/>
                  <a:pt x="329551" y="21630"/>
                  <a:pt x="519446" y="0"/>
                </a:cubicBezTo>
                <a:cubicBezTo>
                  <a:pt x="709341" y="-21630"/>
                  <a:pt x="814879" y="24856"/>
                  <a:pt x="1082180" y="0"/>
                </a:cubicBezTo>
                <a:cubicBezTo>
                  <a:pt x="1130713" y="193049"/>
                  <a:pt x="1035218" y="460157"/>
                  <a:pt x="1082180" y="584737"/>
                </a:cubicBezTo>
                <a:cubicBezTo>
                  <a:pt x="1129142" y="709317"/>
                  <a:pt x="1080439" y="1060584"/>
                  <a:pt x="1082180" y="1207727"/>
                </a:cubicBezTo>
                <a:cubicBezTo>
                  <a:pt x="1083921" y="1354870"/>
                  <a:pt x="1023726" y="1650104"/>
                  <a:pt x="1082180" y="1830718"/>
                </a:cubicBezTo>
                <a:cubicBezTo>
                  <a:pt x="1140634" y="2011332"/>
                  <a:pt x="1081927" y="2133348"/>
                  <a:pt x="1082180" y="2300693"/>
                </a:cubicBezTo>
                <a:cubicBezTo>
                  <a:pt x="1082433" y="2468038"/>
                  <a:pt x="1031779" y="2555380"/>
                  <a:pt x="1082180" y="2732414"/>
                </a:cubicBezTo>
                <a:cubicBezTo>
                  <a:pt x="1132581" y="2909448"/>
                  <a:pt x="1028529" y="2977144"/>
                  <a:pt x="1082180" y="3202390"/>
                </a:cubicBezTo>
                <a:cubicBezTo>
                  <a:pt x="1135831" y="3427636"/>
                  <a:pt x="1073702" y="3694699"/>
                  <a:pt x="1082180" y="3825380"/>
                </a:cubicBezTo>
                <a:cubicBezTo>
                  <a:pt x="809668" y="3841247"/>
                  <a:pt x="719532" y="3770196"/>
                  <a:pt x="519446" y="3825380"/>
                </a:cubicBezTo>
                <a:cubicBezTo>
                  <a:pt x="319360" y="3880564"/>
                  <a:pt x="118478" y="3821647"/>
                  <a:pt x="0" y="3825380"/>
                </a:cubicBezTo>
                <a:cubicBezTo>
                  <a:pt x="-37952" y="3674915"/>
                  <a:pt x="51241" y="3567850"/>
                  <a:pt x="0" y="3355405"/>
                </a:cubicBezTo>
                <a:cubicBezTo>
                  <a:pt x="-51241" y="3142960"/>
                  <a:pt x="33101" y="3047655"/>
                  <a:pt x="0" y="2885429"/>
                </a:cubicBezTo>
                <a:cubicBezTo>
                  <a:pt x="-33101" y="2723203"/>
                  <a:pt x="17696" y="2553943"/>
                  <a:pt x="0" y="2453708"/>
                </a:cubicBezTo>
                <a:cubicBezTo>
                  <a:pt x="-17696" y="2353473"/>
                  <a:pt x="23297" y="2225921"/>
                  <a:pt x="0" y="2021987"/>
                </a:cubicBezTo>
                <a:cubicBezTo>
                  <a:pt x="-23297" y="1818053"/>
                  <a:pt x="18188" y="1609213"/>
                  <a:pt x="0" y="1398996"/>
                </a:cubicBezTo>
                <a:cubicBezTo>
                  <a:pt x="-18188" y="1188779"/>
                  <a:pt x="4621" y="1179697"/>
                  <a:pt x="0" y="967275"/>
                </a:cubicBezTo>
                <a:cubicBezTo>
                  <a:pt x="-4621" y="754853"/>
                  <a:pt x="60979" y="239509"/>
                  <a:pt x="0" y="0"/>
                </a:cubicBezTo>
                <a:close/>
              </a:path>
              <a:path w="1082180" h="3825380" stroke="0" extrusionOk="0">
                <a:moveTo>
                  <a:pt x="0" y="0"/>
                </a:moveTo>
                <a:cubicBezTo>
                  <a:pt x="143008" y="-21033"/>
                  <a:pt x="395481" y="54869"/>
                  <a:pt x="562734" y="0"/>
                </a:cubicBezTo>
                <a:cubicBezTo>
                  <a:pt x="729987" y="-54869"/>
                  <a:pt x="977201" y="44739"/>
                  <a:pt x="1082180" y="0"/>
                </a:cubicBezTo>
                <a:cubicBezTo>
                  <a:pt x="1120932" y="169720"/>
                  <a:pt x="1065042" y="374095"/>
                  <a:pt x="1082180" y="469975"/>
                </a:cubicBezTo>
                <a:cubicBezTo>
                  <a:pt x="1099318" y="565855"/>
                  <a:pt x="1067393" y="818270"/>
                  <a:pt x="1082180" y="1092966"/>
                </a:cubicBezTo>
                <a:cubicBezTo>
                  <a:pt x="1096967" y="1367662"/>
                  <a:pt x="1042758" y="1386900"/>
                  <a:pt x="1082180" y="1601195"/>
                </a:cubicBezTo>
                <a:cubicBezTo>
                  <a:pt x="1121602" y="1815490"/>
                  <a:pt x="1030929" y="1944227"/>
                  <a:pt x="1082180" y="2071170"/>
                </a:cubicBezTo>
                <a:cubicBezTo>
                  <a:pt x="1133431" y="2198114"/>
                  <a:pt x="1023783" y="2340361"/>
                  <a:pt x="1082180" y="2579399"/>
                </a:cubicBezTo>
                <a:cubicBezTo>
                  <a:pt x="1140577" y="2818437"/>
                  <a:pt x="1074548" y="2881837"/>
                  <a:pt x="1082180" y="3049374"/>
                </a:cubicBezTo>
                <a:cubicBezTo>
                  <a:pt x="1089812" y="3216912"/>
                  <a:pt x="994095" y="3495464"/>
                  <a:pt x="1082180" y="3825380"/>
                </a:cubicBezTo>
                <a:cubicBezTo>
                  <a:pt x="823571" y="3850091"/>
                  <a:pt x="731181" y="3763564"/>
                  <a:pt x="541090" y="3825380"/>
                </a:cubicBezTo>
                <a:cubicBezTo>
                  <a:pt x="350999" y="3887196"/>
                  <a:pt x="148531" y="3822662"/>
                  <a:pt x="0" y="3825380"/>
                </a:cubicBezTo>
                <a:cubicBezTo>
                  <a:pt x="-2992" y="3656396"/>
                  <a:pt x="9650" y="3375685"/>
                  <a:pt x="0" y="3202390"/>
                </a:cubicBezTo>
                <a:cubicBezTo>
                  <a:pt x="-9650" y="3029095"/>
                  <a:pt x="54211" y="2715214"/>
                  <a:pt x="0" y="2579399"/>
                </a:cubicBezTo>
                <a:cubicBezTo>
                  <a:pt x="-54211" y="2443584"/>
                  <a:pt x="8472" y="2318311"/>
                  <a:pt x="0" y="2109424"/>
                </a:cubicBezTo>
                <a:cubicBezTo>
                  <a:pt x="-8472" y="1900537"/>
                  <a:pt x="13584" y="1865930"/>
                  <a:pt x="0" y="1677702"/>
                </a:cubicBezTo>
                <a:cubicBezTo>
                  <a:pt x="-13584" y="1489474"/>
                  <a:pt x="13808" y="1247738"/>
                  <a:pt x="0" y="1054712"/>
                </a:cubicBezTo>
                <a:cubicBezTo>
                  <a:pt x="-13808" y="861686"/>
                  <a:pt x="24439" y="657164"/>
                  <a:pt x="0" y="469975"/>
                </a:cubicBezTo>
                <a:cubicBezTo>
                  <a:pt x="-24439" y="282786"/>
                  <a:pt x="40776" y="161693"/>
                  <a:pt x="0" y="0"/>
                </a:cubicBezTo>
                <a:close/>
              </a:path>
            </a:pathLst>
          </a:custGeom>
          <a:solidFill>
            <a:schemeClr val="bg1"/>
          </a:solidFill>
          <a:ln>
            <a:extLst>
              <a:ext uri="{C807C97D-BFC1-408E-A445-0C87EB9F89A2}">
                <ask:lineSketchStyleProps xmlns:ask="http://schemas.microsoft.com/office/drawing/2018/sketchyshapes" sd="166924324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E745E46-7695-0B4C-BFE3-09A5742989E7}"/>
              </a:ext>
            </a:extLst>
          </p:cNvPr>
          <p:cNvSpPr/>
          <p:nvPr/>
        </p:nvSpPr>
        <p:spPr>
          <a:xfrm>
            <a:off x="931178" y="2743200"/>
            <a:ext cx="1082180" cy="3825380"/>
          </a:xfrm>
          <a:custGeom>
            <a:avLst/>
            <a:gdLst>
              <a:gd name="connsiteX0" fmla="*/ 0 w 1082180"/>
              <a:gd name="connsiteY0" fmla="*/ 0 h 3825380"/>
              <a:gd name="connsiteX1" fmla="*/ 519446 w 1082180"/>
              <a:gd name="connsiteY1" fmla="*/ 0 h 3825380"/>
              <a:gd name="connsiteX2" fmla="*/ 1082180 w 1082180"/>
              <a:gd name="connsiteY2" fmla="*/ 0 h 3825380"/>
              <a:gd name="connsiteX3" fmla="*/ 1082180 w 1082180"/>
              <a:gd name="connsiteY3" fmla="*/ 584737 h 3825380"/>
              <a:gd name="connsiteX4" fmla="*/ 1082180 w 1082180"/>
              <a:gd name="connsiteY4" fmla="*/ 1207727 h 3825380"/>
              <a:gd name="connsiteX5" fmla="*/ 1082180 w 1082180"/>
              <a:gd name="connsiteY5" fmla="*/ 1830718 h 3825380"/>
              <a:gd name="connsiteX6" fmla="*/ 1082180 w 1082180"/>
              <a:gd name="connsiteY6" fmla="*/ 2300693 h 3825380"/>
              <a:gd name="connsiteX7" fmla="*/ 1082180 w 1082180"/>
              <a:gd name="connsiteY7" fmla="*/ 2732414 h 3825380"/>
              <a:gd name="connsiteX8" fmla="*/ 1082180 w 1082180"/>
              <a:gd name="connsiteY8" fmla="*/ 3202390 h 3825380"/>
              <a:gd name="connsiteX9" fmla="*/ 1082180 w 1082180"/>
              <a:gd name="connsiteY9" fmla="*/ 3825380 h 3825380"/>
              <a:gd name="connsiteX10" fmla="*/ 519446 w 1082180"/>
              <a:gd name="connsiteY10" fmla="*/ 3825380 h 3825380"/>
              <a:gd name="connsiteX11" fmla="*/ 0 w 1082180"/>
              <a:gd name="connsiteY11" fmla="*/ 3825380 h 3825380"/>
              <a:gd name="connsiteX12" fmla="*/ 0 w 1082180"/>
              <a:gd name="connsiteY12" fmla="*/ 3355405 h 3825380"/>
              <a:gd name="connsiteX13" fmla="*/ 0 w 1082180"/>
              <a:gd name="connsiteY13" fmla="*/ 2885429 h 3825380"/>
              <a:gd name="connsiteX14" fmla="*/ 0 w 1082180"/>
              <a:gd name="connsiteY14" fmla="*/ 2453708 h 3825380"/>
              <a:gd name="connsiteX15" fmla="*/ 0 w 1082180"/>
              <a:gd name="connsiteY15" fmla="*/ 2021987 h 3825380"/>
              <a:gd name="connsiteX16" fmla="*/ 0 w 1082180"/>
              <a:gd name="connsiteY16" fmla="*/ 1398996 h 3825380"/>
              <a:gd name="connsiteX17" fmla="*/ 0 w 1082180"/>
              <a:gd name="connsiteY17" fmla="*/ 967275 h 3825380"/>
              <a:gd name="connsiteX18" fmla="*/ 0 w 1082180"/>
              <a:gd name="connsiteY18" fmla="*/ 0 h 3825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2180" h="3825380" fill="none" extrusionOk="0">
                <a:moveTo>
                  <a:pt x="0" y="0"/>
                </a:moveTo>
                <a:cubicBezTo>
                  <a:pt x="154147" y="-18243"/>
                  <a:pt x="329551" y="21630"/>
                  <a:pt x="519446" y="0"/>
                </a:cubicBezTo>
                <a:cubicBezTo>
                  <a:pt x="709341" y="-21630"/>
                  <a:pt x="814879" y="24856"/>
                  <a:pt x="1082180" y="0"/>
                </a:cubicBezTo>
                <a:cubicBezTo>
                  <a:pt x="1130713" y="193049"/>
                  <a:pt x="1035218" y="460157"/>
                  <a:pt x="1082180" y="584737"/>
                </a:cubicBezTo>
                <a:cubicBezTo>
                  <a:pt x="1129142" y="709317"/>
                  <a:pt x="1080439" y="1060584"/>
                  <a:pt x="1082180" y="1207727"/>
                </a:cubicBezTo>
                <a:cubicBezTo>
                  <a:pt x="1083921" y="1354870"/>
                  <a:pt x="1023726" y="1650104"/>
                  <a:pt x="1082180" y="1830718"/>
                </a:cubicBezTo>
                <a:cubicBezTo>
                  <a:pt x="1140634" y="2011332"/>
                  <a:pt x="1081927" y="2133348"/>
                  <a:pt x="1082180" y="2300693"/>
                </a:cubicBezTo>
                <a:cubicBezTo>
                  <a:pt x="1082433" y="2468038"/>
                  <a:pt x="1031779" y="2555380"/>
                  <a:pt x="1082180" y="2732414"/>
                </a:cubicBezTo>
                <a:cubicBezTo>
                  <a:pt x="1132581" y="2909448"/>
                  <a:pt x="1028529" y="2977144"/>
                  <a:pt x="1082180" y="3202390"/>
                </a:cubicBezTo>
                <a:cubicBezTo>
                  <a:pt x="1135831" y="3427636"/>
                  <a:pt x="1073702" y="3694699"/>
                  <a:pt x="1082180" y="3825380"/>
                </a:cubicBezTo>
                <a:cubicBezTo>
                  <a:pt x="809668" y="3841247"/>
                  <a:pt x="719532" y="3770196"/>
                  <a:pt x="519446" y="3825380"/>
                </a:cubicBezTo>
                <a:cubicBezTo>
                  <a:pt x="319360" y="3880564"/>
                  <a:pt x="118478" y="3821647"/>
                  <a:pt x="0" y="3825380"/>
                </a:cubicBezTo>
                <a:cubicBezTo>
                  <a:pt x="-37952" y="3674915"/>
                  <a:pt x="51241" y="3567850"/>
                  <a:pt x="0" y="3355405"/>
                </a:cubicBezTo>
                <a:cubicBezTo>
                  <a:pt x="-51241" y="3142960"/>
                  <a:pt x="33101" y="3047655"/>
                  <a:pt x="0" y="2885429"/>
                </a:cubicBezTo>
                <a:cubicBezTo>
                  <a:pt x="-33101" y="2723203"/>
                  <a:pt x="17696" y="2553943"/>
                  <a:pt x="0" y="2453708"/>
                </a:cubicBezTo>
                <a:cubicBezTo>
                  <a:pt x="-17696" y="2353473"/>
                  <a:pt x="23297" y="2225921"/>
                  <a:pt x="0" y="2021987"/>
                </a:cubicBezTo>
                <a:cubicBezTo>
                  <a:pt x="-23297" y="1818053"/>
                  <a:pt x="18188" y="1609213"/>
                  <a:pt x="0" y="1398996"/>
                </a:cubicBezTo>
                <a:cubicBezTo>
                  <a:pt x="-18188" y="1188779"/>
                  <a:pt x="4621" y="1179697"/>
                  <a:pt x="0" y="967275"/>
                </a:cubicBezTo>
                <a:cubicBezTo>
                  <a:pt x="-4621" y="754853"/>
                  <a:pt x="60979" y="239509"/>
                  <a:pt x="0" y="0"/>
                </a:cubicBezTo>
                <a:close/>
              </a:path>
              <a:path w="1082180" h="3825380" stroke="0" extrusionOk="0">
                <a:moveTo>
                  <a:pt x="0" y="0"/>
                </a:moveTo>
                <a:cubicBezTo>
                  <a:pt x="143008" y="-21033"/>
                  <a:pt x="395481" y="54869"/>
                  <a:pt x="562734" y="0"/>
                </a:cubicBezTo>
                <a:cubicBezTo>
                  <a:pt x="729987" y="-54869"/>
                  <a:pt x="977201" y="44739"/>
                  <a:pt x="1082180" y="0"/>
                </a:cubicBezTo>
                <a:cubicBezTo>
                  <a:pt x="1120932" y="169720"/>
                  <a:pt x="1065042" y="374095"/>
                  <a:pt x="1082180" y="469975"/>
                </a:cubicBezTo>
                <a:cubicBezTo>
                  <a:pt x="1099318" y="565855"/>
                  <a:pt x="1067393" y="818270"/>
                  <a:pt x="1082180" y="1092966"/>
                </a:cubicBezTo>
                <a:cubicBezTo>
                  <a:pt x="1096967" y="1367662"/>
                  <a:pt x="1042758" y="1386900"/>
                  <a:pt x="1082180" y="1601195"/>
                </a:cubicBezTo>
                <a:cubicBezTo>
                  <a:pt x="1121602" y="1815490"/>
                  <a:pt x="1030929" y="1944227"/>
                  <a:pt x="1082180" y="2071170"/>
                </a:cubicBezTo>
                <a:cubicBezTo>
                  <a:pt x="1133431" y="2198114"/>
                  <a:pt x="1023783" y="2340361"/>
                  <a:pt x="1082180" y="2579399"/>
                </a:cubicBezTo>
                <a:cubicBezTo>
                  <a:pt x="1140577" y="2818437"/>
                  <a:pt x="1074548" y="2881837"/>
                  <a:pt x="1082180" y="3049374"/>
                </a:cubicBezTo>
                <a:cubicBezTo>
                  <a:pt x="1089812" y="3216912"/>
                  <a:pt x="994095" y="3495464"/>
                  <a:pt x="1082180" y="3825380"/>
                </a:cubicBezTo>
                <a:cubicBezTo>
                  <a:pt x="823571" y="3850091"/>
                  <a:pt x="731181" y="3763564"/>
                  <a:pt x="541090" y="3825380"/>
                </a:cubicBezTo>
                <a:cubicBezTo>
                  <a:pt x="350999" y="3887196"/>
                  <a:pt x="148531" y="3822662"/>
                  <a:pt x="0" y="3825380"/>
                </a:cubicBezTo>
                <a:cubicBezTo>
                  <a:pt x="-2992" y="3656396"/>
                  <a:pt x="9650" y="3375685"/>
                  <a:pt x="0" y="3202390"/>
                </a:cubicBezTo>
                <a:cubicBezTo>
                  <a:pt x="-9650" y="3029095"/>
                  <a:pt x="54211" y="2715214"/>
                  <a:pt x="0" y="2579399"/>
                </a:cubicBezTo>
                <a:cubicBezTo>
                  <a:pt x="-54211" y="2443584"/>
                  <a:pt x="8472" y="2318311"/>
                  <a:pt x="0" y="2109424"/>
                </a:cubicBezTo>
                <a:cubicBezTo>
                  <a:pt x="-8472" y="1900537"/>
                  <a:pt x="13584" y="1865930"/>
                  <a:pt x="0" y="1677702"/>
                </a:cubicBezTo>
                <a:cubicBezTo>
                  <a:pt x="-13584" y="1489474"/>
                  <a:pt x="13808" y="1247738"/>
                  <a:pt x="0" y="1054712"/>
                </a:cubicBezTo>
                <a:cubicBezTo>
                  <a:pt x="-13808" y="861686"/>
                  <a:pt x="24439" y="657164"/>
                  <a:pt x="0" y="469975"/>
                </a:cubicBezTo>
                <a:cubicBezTo>
                  <a:pt x="-24439" y="282786"/>
                  <a:pt x="40776" y="161693"/>
                  <a:pt x="0" y="0"/>
                </a:cubicBezTo>
                <a:close/>
              </a:path>
            </a:pathLst>
          </a:custGeom>
          <a:solidFill>
            <a:schemeClr val="bg1"/>
          </a:solidFill>
          <a:ln>
            <a:extLst>
              <a:ext uri="{C807C97D-BFC1-408E-A445-0C87EB9F89A2}">
                <ask:lineSketchStyleProps xmlns:ask="http://schemas.microsoft.com/office/drawing/2018/sketchyshapes" sd="166924324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6D9BF3-EF9E-6BCC-BEB2-56053777493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4D8D25A-283F-F559-6778-B92B40047ADE}"/>
              </a:ext>
            </a:extLst>
          </p:cNvPr>
          <p:cNvSpPr>
            <a:spLocks noGrp="1"/>
          </p:cNvSpPr>
          <p:nvPr>
            <p:ph idx="1"/>
          </p:nvPr>
        </p:nvSpPr>
        <p:spPr>
          <a:xfrm>
            <a:off x="842348" y="1825625"/>
            <a:ext cx="10567630" cy="917575"/>
          </a:xfrm>
        </p:spPr>
        <p:txBody>
          <a:bodyPr>
            <a:normAutofit/>
          </a:bodyPr>
          <a:lstStyle/>
          <a:p>
            <a:r>
              <a:rPr lang="en-US" sz="2400" dirty="0"/>
              <a:t>To make that decision, we will start by looking at how well Loves Popcorn predicts whether or not someone loves Music 1</a:t>
            </a:r>
          </a:p>
        </p:txBody>
      </p:sp>
      <p:sp>
        <p:nvSpPr>
          <p:cNvPr id="4" name="Slide Number Placeholder 3">
            <a:extLst>
              <a:ext uri="{FF2B5EF4-FFF2-40B4-BE49-F238E27FC236}">
                <a16:creationId xmlns:a16="http://schemas.microsoft.com/office/drawing/2014/main" id="{A8EE88C7-8BEF-B45D-2330-36D6D7A3C00A}"/>
              </a:ext>
            </a:extLst>
          </p:cNvPr>
          <p:cNvSpPr>
            <a:spLocks noGrp="1"/>
          </p:cNvSpPr>
          <p:nvPr>
            <p:ph type="sldNum" sz="quarter" idx="12"/>
          </p:nvPr>
        </p:nvSpPr>
        <p:spPr/>
        <p:txBody>
          <a:bodyPr/>
          <a:lstStyle/>
          <a:p>
            <a:fld id="{8D85F329-02EE-4F4A-8B74-A22642379FE5}" type="slidenum">
              <a:rPr lang="en-US" smtClean="0"/>
              <a:t>24</a:t>
            </a:fld>
            <a:endParaRPr lang="en-US"/>
          </a:p>
        </p:txBody>
      </p:sp>
      <p:sp>
        <p:nvSpPr>
          <p:cNvPr id="6" name="Rectangle: Rounded Corners 5">
            <a:extLst>
              <a:ext uri="{FF2B5EF4-FFF2-40B4-BE49-F238E27FC236}">
                <a16:creationId xmlns:a16="http://schemas.microsoft.com/office/drawing/2014/main" id="{C3B116FD-F527-29CD-B063-F5FE2622D78C}"/>
              </a:ext>
            </a:extLst>
          </p:cNvPr>
          <p:cNvSpPr/>
          <p:nvPr/>
        </p:nvSpPr>
        <p:spPr>
          <a:xfrm>
            <a:off x="6187238" y="4511298"/>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1                      3</a:t>
            </a:r>
          </a:p>
        </p:txBody>
      </p:sp>
      <p:sp>
        <p:nvSpPr>
          <p:cNvPr id="7" name="Rectangle: Rounded Corners 6">
            <a:extLst>
              <a:ext uri="{FF2B5EF4-FFF2-40B4-BE49-F238E27FC236}">
                <a16:creationId xmlns:a16="http://schemas.microsoft.com/office/drawing/2014/main" id="{9CA407D7-5364-437C-5EC7-D0BA80F06F8C}"/>
              </a:ext>
            </a:extLst>
          </p:cNvPr>
          <p:cNvSpPr/>
          <p:nvPr/>
        </p:nvSpPr>
        <p:spPr>
          <a:xfrm>
            <a:off x="7806811" y="3429000"/>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Loves Popcorn</a:t>
            </a:r>
          </a:p>
        </p:txBody>
      </p:sp>
      <p:cxnSp>
        <p:nvCxnSpPr>
          <p:cNvPr id="8" name="Straight Arrow Connector 7">
            <a:extLst>
              <a:ext uri="{FF2B5EF4-FFF2-40B4-BE49-F238E27FC236}">
                <a16:creationId xmlns:a16="http://schemas.microsoft.com/office/drawing/2014/main" id="{AD3DB5CF-3EC1-BB55-2BE5-276E44697696}"/>
              </a:ext>
            </a:extLst>
          </p:cNvPr>
          <p:cNvCxnSpPr/>
          <p:nvPr/>
        </p:nvCxnSpPr>
        <p:spPr>
          <a:xfrm flipH="1">
            <a:off x="7186879" y="4002438"/>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C03645C-78E8-E39F-2F87-2BB7CB7C8C40}"/>
              </a:ext>
            </a:extLst>
          </p:cNvPr>
          <p:cNvCxnSpPr>
            <a:cxnSpLocks/>
          </p:cNvCxnSpPr>
          <p:nvPr/>
        </p:nvCxnSpPr>
        <p:spPr>
          <a:xfrm>
            <a:off x="9806092" y="4002438"/>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F75588-88AC-6EC5-7738-00438C60FF89}"/>
              </a:ext>
            </a:extLst>
          </p:cNvPr>
          <p:cNvCxnSpPr>
            <a:cxnSpLocks/>
          </p:cNvCxnSpPr>
          <p:nvPr/>
        </p:nvCxnSpPr>
        <p:spPr>
          <a:xfrm>
            <a:off x="6187238" y="5334430"/>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5B71F59C-8102-B411-6337-7FE91AB85ED1}"/>
              </a:ext>
            </a:extLst>
          </p:cNvPr>
          <p:cNvSpPr/>
          <p:nvPr/>
        </p:nvSpPr>
        <p:spPr>
          <a:xfrm>
            <a:off x="9527458" y="4512696"/>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2                      1</a:t>
            </a:r>
          </a:p>
        </p:txBody>
      </p:sp>
      <p:cxnSp>
        <p:nvCxnSpPr>
          <p:cNvPr id="16" name="Straight Connector 15">
            <a:extLst>
              <a:ext uri="{FF2B5EF4-FFF2-40B4-BE49-F238E27FC236}">
                <a16:creationId xmlns:a16="http://schemas.microsoft.com/office/drawing/2014/main" id="{73C93D61-38BB-839E-4788-5CAA025AF769}"/>
              </a:ext>
            </a:extLst>
          </p:cNvPr>
          <p:cNvCxnSpPr>
            <a:cxnSpLocks/>
          </p:cNvCxnSpPr>
          <p:nvPr/>
        </p:nvCxnSpPr>
        <p:spPr>
          <a:xfrm>
            <a:off x="9543103" y="5334861"/>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17" name="Table 5">
            <a:extLst>
              <a:ext uri="{FF2B5EF4-FFF2-40B4-BE49-F238E27FC236}">
                <a16:creationId xmlns:a16="http://schemas.microsoft.com/office/drawing/2014/main" id="{0F0FFB04-F793-6956-72C2-F1718AB69D57}"/>
              </a:ext>
            </a:extLst>
          </p:cNvPr>
          <p:cNvGraphicFramePr>
            <a:graphicFrameLocks noGrp="1"/>
          </p:cNvGraphicFramePr>
          <p:nvPr/>
        </p:nvGraphicFramePr>
        <p:xfrm>
          <a:off x="842347" y="2882491"/>
          <a:ext cx="4929280" cy="3473860"/>
        </p:xfrm>
        <a:graphic>
          <a:graphicData uri="http://schemas.openxmlformats.org/drawingml/2006/table">
            <a:tbl>
              <a:tblPr firstRow="1" bandRow="1">
                <a:tableStyleId>{5940675A-B579-460E-94D1-54222C63F5DA}</a:tableStyleId>
              </a:tblPr>
              <a:tblGrid>
                <a:gridCol w="1232320">
                  <a:extLst>
                    <a:ext uri="{9D8B030D-6E8A-4147-A177-3AD203B41FA5}">
                      <a16:colId xmlns:a16="http://schemas.microsoft.com/office/drawing/2014/main" val="3970593616"/>
                    </a:ext>
                  </a:extLst>
                </a:gridCol>
                <a:gridCol w="1232320">
                  <a:extLst>
                    <a:ext uri="{9D8B030D-6E8A-4147-A177-3AD203B41FA5}">
                      <a16:colId xmlns:a16="http://schemas.microsoft.com/office/drawing/2014/main" val="2934454268"/>
                    </a:ext>
                  </a:extLst>
                </a:gridCol>
                <a:gridCol w="1232320">
                  <a:extLst>
                    <a:ext uri="{9D8B030D-6E8A-4147-A177-3AD203B41FA5}">
                      <a16:colId xmlns:a16="http://schemas.microsoft.com/office/drawing/2014/main" val="652247648"/>
                    </a:ext>
                  </a:extLst>
                </a:gridCol>
                <a:gridCol w="1232320">
                  <a:extLst>
                    <a:ext uri="{9D8B030D-6E8A-4147-A177-3AD203B41FA5}">
                      <a16:colId xmlns:a16="http://schemas.microsoft.com/office/drawing/2014/main" val="2616932534"/>
                    </a:ext>
                  </a:extLst>
                </a:gridCol>
              </a:tblGrid>
              <a:tr h="378700">
                <a:tc>
                  <a:txBody>
                    <a:bodyPr/>
                    <a:lstStyle/>
                    <a:p>
                      <a:pPr algn="ctr"/>
                      <a:r>
                        <a:rPr lang="en-US" sz="2400" b="1" dirty="0">
                          <a:solidFill>
                            <a:schemeClr val="accent2">
                              <a:lumMod val="75000"/>
                            </a:schemeClr>
                          </a:solidFill>
                        </a:rPr>
                        <a:t>Loves Popcorn</a:t>
                      </a:r>
                      <a:endParaRPr lang="en-US" sz="2400" b="1" dirty="0"/>
                    </a:p>
                  </a:txBody>
                  <a:tcPr/>
                </a:tc>
                <a:tc>
                  <a:txBody>
                    <a:bodyPr/>
                    <a:lstStyle/>
                    <a:p>
                      <a:pPr algn="ctr"/>
                      <a:r>
                        <a:rPr lang="en-US" sz="2400" b="1" dirty="0">
                          <a:solidFill>
                            <a:schemeClr val="accent2">
                              <a:lumMod val="75000"/>
                            </a:schemeClr>
                          </a:solidFill>
                        </a:rPr>
                        <a:t>Loves Soda</a:t>
                      </a:r>
                      <a:endParaRPr lang="en-US" sz="2400" b="1" dirty="0"/>
                    </a:p>
                  </a:txBody>
                  <a:tcPr/>
                </a:tc>
                <a:tc>
                  <a:txBody>
                    <a:bodyPr/>
                    <a:lstStyle/>
                    <a:p>
                      <a:pPr algn="ctr"/>
                      <a:r>
                        <a:rPr lang="en-US" sz="2400" b="1" dirty="0">
                          <a:solidFill>
                            <a:schemeClr val="accent2">
                              <a:lumMod val="75000"/>
                            </a:schemeClr>
                          </a:solidFill>
                        </a:rPr>
                        <a:t>Age</a:t>
                      </a:r>
                      <a:endParaRPr lang="en-US" sz="2400" b="1" dirty="0"/>
                    </a:p>
                  </a:txBody>
                  <a:tcPr/>
                </a:tc>
                <a:tc>
                  <a:txBody>
                    <a:bodyPr/>
                    <a:lstStyle/>
                    <a:p>
                      <a:pPr algn="ctr"/>
                      <a:r>
                        <a:rPr lang="en-US" sz="2400" b="1" dirty="0">
                          <a:solidFill>
                            <a:srgbClr val="00B050"/>
                          </a:solidFill>
                        </a:rPr>
                        <a:t>Music 1</a:t>
                      </a:r>
                      <a:endParaRPr lang="en-US" sz="2400" b="1" dirty="0"/>
                    </a:p>
                  </a:txBody>
                  <a:tcPr/>
                </a:tc>
                <a:extLst>
                  <a:ext uri="{0D108BD9-81ED-4DB2-BD59-A6C34878D82A}">
                    <a16:rowId xmlns:a16="http://schemas.microsoft.com/office/drawing/2014/main" val="939989933"/>
                  </a:ext>
                </a:extLst>
              </a:tr>
              <a:tr h="378700">
                <a:tc>
                  <a:txBody>
                    <a:bodyPr/>
                    <a:lstStyle/>
                    <a:p>
                      <a:pPr algn="ctr"/>
                      <a:r>
                        <a:rPr lang="en-US" dirty="0"/>
                        <a:t>Yes</a:t>
                      </a:r>
                    </a:p>
                  </a:txBody>
                  <a:tcPr/>
                </a:tc>
                <a:tc>
                  <a:txBody>
                    <a:bodyPr/>
                    <a:lstStyle/>
                    <a:p>
                      <a:pPr algn="ctr"/>
                      <a:r>
                        <a:rPr lang="en-US" dirty="0"/>
                        <a:t>Yes</a:t>
                      </a:r>
                    </a:p>
                  </a:txBody>
                  <a:tcPr/>
                </a:tc>
                <a:tc>
                  <a:txBody>
                    <a:bodyPr/>
                    <a:lstStyle/>
                    <a:p>
                      <a:pPr algn="ctr"/>
                      <a:r>
                        <a:rPr lang="en-US" dirty="0"/>
                        <a:t>7</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808463981"/>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118996182"/>
                  </a:ext>
                </a:extLst>
              </a:tr>
              <a:tr h="378700">
                <a:tc>
                  <a:txBody>
                    <a:bodyPr/>
                    <a:lstStyle/>
                    <a:p>
                      <a:pPr algn="ctr"/>
                      <a:r>
                        <a:rPr lang="en-US" dirty="0"/>
                        <a:t>No</a:t>
                      </a:r>
                    </a:p>
                  </a:txBody>
                  <a:tcPr/>
                </a:tc>
                <a:tc>
                  <a:txBody>
                    <a:bodyPr/>
                    <a:lstStyle/>
                    <a:p>
                      <a:pPr algn="ctr"/>
                      <a:r>
                        <a:rPr lang="en-US" dirty="0"/>
                        <a:t>Yes</a:t>
                      </a:r>
                    </a:p>
                  </a:txBody>
                  <a:tcPr/>
                </a:tc>
                <a:tc>
                  <a:txBody>
                    <a:bodyPr/>
                    <a:lstStyle/>
                    <a:p>
                      <a:pPr algn="ctr"/>
                      <a:r>
                        <a:rPr lang="en-US" dirty="0"/>
                        <a:t>18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3118641281"/>
                  </a:ext>
                </a:extLst>
              </a:tr>
              <a:tr h="378700">
                <a:tc>
                  <a:txBody>
                    <a:bodyPr/>
                    <a:lstStyle/>
                    <a:p>
                      <a:pPr algn="ctr"/>
                      <a:r>
                        <a:rPr lang="en-US" dirty="0"/>
                        <a:t>No</a:t>
                      </a:r>
                    </a:p>
                  </a:txBody>
                  <a:tcPr/>
                </a:tc>
                <a:tc>
                  <a:txBody>
                    <a:bodyPr/>
                    <a:lstStyle/>
                    <a:p>
                      <a:pPr algn="ctr"/>
                      <a:r>
                        <a:rPr lang="en-US" dirty="0"/>
                        <a:t>Yes</a:t>
                      </a:r>
                    </a:p>
                  </a:txBody>
                  <a:tcPr/>
                </a:tc>
                <a:tc>
                  <a:txBody>
                    <a:bodyPr/>
                    <a:lstStyle/>
                    <a:p>
                      <a:pPr algn="ctr"/>
                      <a:r>
                        <a:rPr lang="en-US" dirty="0"/>
                        <a:t>35</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871524058"/>
                  </a:ext>
                </a:extLst>
              </a:tr>
              <a:tr h="378700">
                <a:tc>
                  <a:txBody>
                    <a:bodyPr/>
                    <a:lstStyle/>
                    <a:p>
                      <a:pPr algn="ctr"/>
                      <a:r>
                        <a:rPr lang="en-US" dirty="0"/>
                        <a:t>Yes</a:t>
                      </a:r>
                    </a:p>
                  </a:txBody>
                  <a:tcPr/>
                </a:tc>
                <a:tc>
                  <a:txBody>
                    <a:bodyPr/>
                    <a:lstStyle/>
                    <a:p>
                      <a:pPr algn="ctr"/>
                      <a:r>
                        <a:rPr lang="en-US" dirty="0"/>
                        <a:t>Yes</a:t>
                      </a:r>
                    </a:p>
                  </a:txBody>
                  <a:tcPr/>
                </a:tc>
                <a:tc>
                  <a:txBody>
                    <a:bodyPr/>
                    <a:lstStyle/>
                    <a:p>
                      <a:pPr algn="ctr"/>
                      <a:r>
                        <a:rPr lang="en-US" dirty="0"/>
                        <a:t>38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4182765875"/>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262163810"/>
                  </a:ext>
                </a:extLst>
              </a:tr>
              <a:tr h="378700">
                <a:tc>
                  <a:txBody>
                    <a:bodyPr/>
                    <a:lstStyle/>
                    <a:p>
                      <a:pPr algn="ctr"/>
                      <a:r>
                        <a:rPr lang="en-US" dirty="0"/>
                        <a:t>No</a:t>
                      </a:r>
                    </a:p>
                  </a:txBody>
                  <a:tcPr/>
                </a:tc>
                <a:tc>
                  <a:txBody>
                    <a:bodyPr/>
                    <a:lstStyle/>
                    <a:p>
                      <a:pPr algn="ctr"/>
                      <a:r>
                        <a:rPr lang="en-US" dirty="0"/>
                        <a:t>No</a:t>
                      </a:r>
                    </a:p>
                  </a:txBody>
                  <a:tcPr/>
                </a:tc>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185019788"/>
                  </a:ext>
                </a:extLst>
              </a:tr>
            </a:tbl>
          </a:graphicData>
        </a:graphic>
      </p:graphicFrame>
      <p:sp>
        <p:nvSpPr>
          <p:cNvPr id="18" name="TextBox 17">
            <a:extLst>
              <a:ext uri="{FF2B5EF4-FFF2-40B4-BE49-F238E27FC236}">
                <a16:creationId xmlns:a16="http://schemas.microsoft.com/office/drawing/2014/main" id="{6419179C-D0B7-2728-2A5A-526ED5A4C449}"/>
              </a:ext>
            </a:extLst>
          </p:cNvPr>
          <p:cNvSpPr txBox="1"/>
          <p:nvPr/>
        </p:nvSpPr>
        <p:spPr>
          <a:xfrm>
            <a:off x="7070159" y="3864742"/>
            <a:ext cx="619932" cy="425822"/>
          </a:xfrm>
          <a:prstGeom prst="rect">
            <a:avLst/>
          </a:prstGeom>
          <a:noFill/>
        </p:spPr>
        <p:txBody>
          <a:bodyPr wrap="square" rtlCol="0">
            <a:spAutoFit/>
          </a:bodyPr>
          <a:lstStyle/>
          <a:p>
            <a:r>
              <a:rPr lang="en-US" dirty="0"/>
              <a:t>Yes</a:t>
            </a:r>
          </a:p>
        </p:txBody>
      </p:sp>
      <p:sp>
        <p:nvSpPr>
          <p:cNvPr id="19" name="TextBox 18">
            <a:extLst>
              <a:ext uri="{FF2B5EF4-FFF2-40B4-BE49-F238E27FC236}">
                <a16:creationId xmlns:a16="http://schemas.microsoft.com/office/drawing/2014/main" id="{5AB53EF4-5066-AC0D-ADA2-92CD6919DB76}"/>
              </a:ext>
            </a:extLst>
          </p:cNvPr>
          <p:cNvSpPr txBox="1"/>
          <p:nvPr/>
        </p:nvSpPr>
        <p:spPr>
          <a:xfrm>
            <a:off x="9999318" y="3849362"/>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1734404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8D0B4-07CD-15EB-9558-44ECC5594E01}"/>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E9829A-CC31-829C-4781-A316454CDC87}"/>
                  </a:ext>
                </a:extLst>
              </p:cNvPr>
              <p:cNvSpPr>
                <a:spLocks noGrp="1"/>
              </p:cNvSpPr>
              <p:nvPr>
                <p:ph idx="1"/>
              </p:nvPr>
            </p:nvSpPr>
            <p:spPr/>
            <p:txBody>
              <a:bodyPr>
                <a:normAutofit/>
              </a:bodyPr>
              <a:lstStyle/>
              <a:p>
                <a:r>
                  <a:rPr lang="en-US" sz="2000" dirty="0"/>
                  <a:t>Calculate the Gini Impurity for Loves Popcorn, first we calculate the Gini Impurity for each individual Leaf. </a:t>
                </a:r>
              </a:p>
              <a:p>
                <a:r>
                  <a:rPr lang="en-US" sz="2000" dirty="0"/>
                  <a:t>Gini Impurity of a Leaf =</a:t>
                </a:r>
                <a14:m>
                  <m:oMath xmlns:m="http://schemas.openxmlformats.org/officeDocument/2006/math">
                    <m:sSup>
                      <m:sSupPr>
                        <m:ctrlPr>
                          <a:rPr lang="en-US" sz="2000" i="1" dirty="0" smtClean="0">
                            <a:latin typeface="Cambria Math" panose="02040503050406030204" pitchFamily="18" charset="0"/>
                          </a:rPr>
                        </m:ctrlPr>
                      </m:sSupPr>
                      <m:e>
                        <m:r>
                          <m:rPr>
                            <m:nor/>
                          </m:rPr>
                          <a:rPr lang="en-US" sz="2000" dirty="0" smtClean="0"/>
                          <m:t>1 </m:t>
                        </m:r>
                        <m:r>
                          <m:rPr>
                            <m:nor/>
                          </m:rPr>
                          <a:rPr lang="en-US" sz="2000" dirty="0"/>
                          <m:t>– </m:t>
                        </m:r>
                        <m:r>
                          <a:rPr lang="en-US" sz="2000" b="0" i="1" dirty="0" smtClean="0">
                            <a:latin typeface="Cambria Math" panose="02040503050406030204" pitchFamily="18" charset="0"/>
                          </a:rPr>
                          <m:t>(</m:t>
                        </m:r>
                        <m:r>
                          <a:rPr lang="en-US" sz="2000" b="0" i="1" dirty="0" smtClean="0">
                            <a:latin typeface="Cambria Math" panose="02040503050406030204" pitchFamily="18" charset="0"/>
                          </a:rPr>
                          <m:t>𝑡h𝑒</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𝑝𝑟𝑜𝑏𝑎𝑏𝑖𝑙𝑖𝑡𝑦</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𝑜𝑓</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𝑦𝑒𝑠</m:t>
                        </m:r>
                        <m:r>
                          <a:rPr lang="en-US" sz="2000" b="0" i="1" dirty="0" smtClean="0">
                            <a:latin typeface="Cambria Math" panose="02040503050406030204" pitchFamily="18" charset="0"/>
                          </a:rPr>
                          <m:t>" )</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m:t>
                        </m:r>
                        <m:r>
                          <a:rPr lang="en-US" sz="2000" b="0" i="1" dirty="0" smtClean="0">
                            <a:latin typeface="Cambria Math" panose="02040503050406030204" pitchFamily="18" charset="0"/>
                          </a:rPr>
                          <m:t>𝑡h𝑒</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𝑝𝑟𝑜𝑏𝑎𝑏𝑖𝑙𝑖𝑡𝑦</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𝑜𝑓</m:t>
                        </m:r>
                        <m:r>
                          <a:rPr lang="en-US" sz="2000" b="0" i="1" dirty="0" smtClean="0">
                            <a:latin typeface="Cambria Math" panose="02040503050406030204" pitchFamily="18" charset="0"/>
                          </a:rPr>
                          <m:t> </m:t>
                        </m:r>
                        <m:r>
                          <m:rPr>
                            <m:nor/>
                          </m:rPr>
                          <a:rPr lang="en-US" sz="2000" b="0" i="0" dirty="0" smtClean="0">
                            <a:latin typeface="Cambria Math" panose="02040503050406030204" pitchFamily="18" charset="0"/>
                          </a:rPr>
                          <m:t>"</m:t>
                        </m:r>
                        <m:r>
                          <m:rPr>
                            <m:nor/>
                          </m:rPr>
                          <a:rPr lang="en-US" sz="2000" b="0" i="0" dirty="0" smtClean="0">
                            <a:latin typeface="Cambria Math" panose="02040503050406030204" pitchFamily="18" charset="0"/>
                          </a:rPr>
                          <m:t>no</m:t>
                        </m:r>
                        <m:r>
                          <a:rPr lang="en-US" sz="2000" b="0" i="1" dirty="0" smtClean="0">
                            <a:latin typeface="Cambria Math" panose="02040503050406030204" pitchFamily="18" charset="0"/>
                          </a:rPr>
                          <m:t>")</m:t>
                        </m:r>
                      </m:e>
                      <m:sup>
                        <m:r>
                          <a:rPr lang="en-US" sz="2000" b="0" i="1" dirty="0" smtClean="0">
                            <a:latin typeface="Cambria Math" panose="02040503050406030204" pitchFamily="18" charset="0"/>
                          </a:rPr>
                          <m:t>2</m:t>
                        </m:r>
                      </m:sup>
                    </m:sSup>
                  </m:oMath>
                </a14:m>
                <a:endParaRPr lang="en-US" sz="2000" dirty="0"/>
              </a:p>
              <a:p>
                <a:r>
                  <a:rPr lang="en-US" sz="2000" dirty="0"/>
                  <a:t>Gini Impurity of Left Leaf = </a:t>
                </a:r>
                <a14:m>
                  <m:oMath xmlns:m="http://schemas.openxmlformats.org/officeDocument/2006/math">
                    <m:r>
                      <a:rPr lang="en-US" sz="2000" b="0" i="1" smtClean="0">
                        <a:latin typeface="Cambria Math" panose="02040503050406030204" pitchFamily="18" charset="0"/>
                      </a:rPr>
                      <m:t>1−</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1+3</m:t>
                                </m:r>
                              </m:den>
                            </m:f>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m:t>
                                </m:r>
                              </m:num>
                              <m:den>
                                <m:r>
                                  <a:rPr lang="en-US" sz="2000" b="0" i="1" smtClean="0">
                                    <a:latin typeface="Cambria Math" panose="02040503050406030204" pitchFamily="18" charset="0"/>
                                  </a:rPr>
                                  <m:t>1+3</m:t>
                                </m:r>
                              </m:den>
                            </m:f>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=0.375</m:t>
                    </m:r>
                  </m:oMath>
                </a14:m>
                <a:endParaRPr lang="en-US" sz="2000" dirty="0"/>
              </a:p>
              <a:p>
                <a:r>
                  <a:rPr lang="en-US" sz="2000" dirty="0"/>
                  <a:t>Gini Impurity of Right Leaf = </a:t>
                </a:r>
                <a14:m>
                  <m:oMath xmlns:m="http://schemas.openxmlformats.org/officeDocument/2006/math">
                    <m:r>
                      <a:rPr lang="en-US" sz="2000" b="0" i="1" smtClean="0">
                        <a:latin typeface="Cambria Math" panose="02040503050406030204" pitchFamily="18" charset="0"/>
                      </a:rPr>
                      <m:t>1−</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2+1</m:t>
                                </m:r>
                              </m:den>
                            </m:f>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2+1</m:t>
                                </m:r>
                              </m:den>
                            </m:f>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=0.444</m:t>
                    </m:r>
                  </m:oMath>
                </a14:m>
                <a:endParaRPr lang="en-US" sz="2000" dirty="0"/>
              </a:p>
              <a:p>
                <a:r>
                  <a:rPr lang="en-US" sz="2000" dirty="0"/>
                  <a:t>Total Gini Impurity = weighted average of Gini Impurity of Leaves</a:t>
                </a:r>
              </a:p>
              <a:p>
                <a14:m>
                  <m:oMath xmlns:m="http://schemas.openxmlformats.org/officeDocument/2006/math">
                    <m:r>
                      <m:rPr>
                        <m:nor/>
                      </m:rPr>
                      <a:rPr lang="en-US" sz="2000" dirty="0"/>
                      <m:t>Total</m:t>
                    </m:r>
                    <m:r>
                      <m:rPr>
                        <m:nor/>
                      </m:rPr>
                      <a:rPr lang="en-US" sz="2000" dirty="0"/>
                      <m:t> </m:t>
                    </m:r>
                    <m:r>
                      <m:rPr>
                        <m:nor/>
                      </m:rPr>
                      <a:rPr lang="en-US" sz="2000" dirty="0"/>
                      <m:t>Gini</m:t>
                    </m:r>
                    <m:r>
                      <m:rPr>
                        <m:nor/>
                      </m:rPr>
                      <a:rPr lang="en-US" sz="2000" dirty="0"/>
                      <m:t> </m:t>
                    </m:r>
                    <m:r>
                      <m:rPr>
                        <m:nor/>
                      </m:rPr>
                      <a:rPr lang="en-US" sz="2000" dirty="0"/>
                      <m:t>Impurity</m:t>
                    </m:r>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4</m:t>
                            </m:r>
                          </m:num>
                          <m:den>
                            <m:r>
                              <a:rPr lang="en-US" sz="2000" b="0" i="1" dirty="0" smtClean="0">
                                <a:latin typeface="Cambria Math" panose="02040503050406030204" pitchFamily="18" charset="0"/>
                              </a:rPr>
                              <m:t>4+3</m:t>
                            </m:r>
                          </m:den>
                        </m:f>
                      </m:e>
                    </m:d>
                    <m:r>
                      <a:rPr lang="en-US" sz="2000" b="0" i="1" dirty="0" smtClean="0">
                        <a:latin typeface="Cambria Math" panose="02040503050406030204" pitchFamily="18" charset="0"/>
                      </a:rPr>
                      <m:t>∗0.375+</m:t>
                    </m:r>
                    <m:d>
                      <m:dPr>
                        <m:ctrlPr>
                          <a:rPr lang="en-US" sz="2000" b="0" i="1" dirty="0" smtClean="0">
                            <a:latin typeface="Cambria Math" panose="02040503050406030204" pitchFamily="18" charset="0"/>
                          </a:rPr>
                        </m:ctrlPr>
                      </m:dPr>
                      <m:e>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3</m:t>
                            </m:r>
                          </m:num>
                          <m:den>
                            <m:r>
                              <a:rPr lang="en-US" sz="2000" b="0" i="1" dirty="0" smtClean="0">
                                <a:latin typeface="Cambria Math" panose="02040503050406030204" pitchFamily="18" charset="0"/>
                              </a:rPr>
                              <m:t>4+3</m:t>
                            </m:r>
                          </m:den>
                        </m:f>
                      </m:e>
                    </m:d>
                    <m:r>
                      <a:rPr lang="en-US" sz="2000" b="0" i="1" dirty="0" smtClean="0">
                        <a:latin typeface="Cambria Math" panose="02040503050406030204" pitchFamily="18" charset="0"/>
                      </a:rPr>
                      <m:t>∗0.444=0.405</m:t>
                    </m:r>
                  </m:oMath>
                </a14:m>
                <a:endParaRPr lang="en-US" sz="2000" dirty="0"/>
              </a:p>
              <a:p>
                <a:endParaRPr lang="en-US" sz="2000" dirty="0"/>
              </a:p>
              <a:p>
                <a:endParaRPr lang="en-US" sz="2000" dirty="0"/>
              </a:p>
            </p:txBody>
          </p:sp>
        </mc:Choice>
        <mc:Fallback xmlns="">
          <p:sp>
            <p:nvSpPr>
              <p:cNvPr id="3" name="Content Placeholder 2">
                <a:extLst>
                  <a:ext uri="{FF2B5EF4-FFF2-40B4-BE49-F238E27FC236}">
                    <a16:creationId xmlns:a16="http://schemas.microsoft.com/office/drawing/2014/main" id="{2AE9829A-CC31-829C-4781-A316454CDC87}"/>
                  </a:ext>
                </a:extLst>
              </p:cNvPr>
              <p:cNvSpPr>
                <a:spLocks noGrp="1" noRot="1" noChangeAspect="1" noMove="1" noResize="1" noEditPoints="1" noAdjustHandles="1" noChangeArrowheads="1" noChangeShapeType="1" noTextEdit="1"/>
              </p:cNvSpPr>
              <p:nvPr>
                <p:ph idx="1"/>
              </p:nvPr>
            </p:nvSpPr>
            <p:spPr>
              <a:blipFill>
                <a:blip r:embed="rId2"/>
                <a:stretch>
                  <a:fillRect l="-519" t="-140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DEAF33F-E823-8E04-C649-CC321506D68B}"/>
              </a:ext>
            </a:extLst>
          </p:cNvPr>
          <p:cNvSpPr>
            <a:spLocks noGrp="1"/>
          </p:cNvSpPr>
          <p:nvPr>
            <p:ph type="sldNum" sz="quarter" idx="12"/>
          </p:nvPr>
        </p:nvSpPr>
        <p:spPr/>
        <p:txBody>
          <a:bodyPr/>
          <a:lstStyle/>
          <a:p>
            <a:fld id="{8D85F329-02EE-4F4A-8B74-A22642379FE5}" type="slidenum">
              <a:rPr lang="en-US" smtClean="0"/>
              <a:t>25</a:t>
            </a:fld>
            <a:endParaRPr lang="en-US"/>
          </a:p>
        </p:txBody>
      </p:sp>
      <p:sp>
        <p:nvSpPr>
          <p:cNvPr id="5" name="Rectangle: Rounded Corners 4">
            <a:extLst>
              <a:ext uri="{FF2B5EF4-FFF2-40B4-BE49-F238E27FC236}">
                <a16:creationId xmlns:a16="http://schemas.microsoft.com/office/drawing/2014/main" id="{5702E030-86B6-4227-4942-BE98BE4900E1}"/>
              </a:ext>
            </a:extLst>
          </p:cNvPr>
          <p:cNvSpPr/>
          <p:nvPr/>
        </p:nvSpPr>
        <p:spPr>
          <a:xfrm>
            <a:off x="6808024" y="4964304"/>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1                      3</a:t>
            </a:r>
          </a:p>
        </p:txBody>
      </p:sp>
      <p:sp>
        <p:nvSpPr>
          <p:cNvPr id="6" name="Rectangle: Rounded Corners 5">
            <a:extLst>
              <a:ext uri="{FF2B5EF4-FFF2-40B4-BE49-F238E27FC236}">
                <a16:creationId xmlns:a16="http://schemas.microsoft.com/office/drawing/2014/main" id="{864148AC-9CBC-405F-FD72-FCC6EF551ED7}"/>
              </a:ext>
            </a:extLst>
          </p:cNvPr>
          <p:cNvSpPr/>
          <p:nvPr/>
        </p:nvSpPr>
        <p:spPr>
          <a:xfrm>
            <a:off x="8427597" y="3882006"/>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Loves Popcorn</a:t>
            </a:r>
          </a:p>
        </p:txBody>
      </p:sp>
      <p:cxnSp>
        <p:nvCxnSpPr>
          <p:cNvPr id="7" name="Straight Arrow Connector 6">
            <a:extLst>
              <a:ext uri="{FF2B5EF4-FFF2-40B4-BE49-F238E27FC236}">
                <a16:creationId xmlns:a16="http://schemas.microsoft.com/office/drawing/2014/main" id="{465063EE-6DB0-7B66-30B0-FAA590E1A909}"/>
              </a:ext>
            </a:extLst>
          </p:cNvPr>
          <p:cNvCxnSpPr/>
          <p:nvPr/>
        </p:nvCxnSpPr>
        <p:spPr>
          <a:xfrm flipH="1">
            <a:off x="7807665" y="4455444"/>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A76C152-F51C-3915-D4E9-F3D46CB012F6}"/>
              </a:ext>
            </a:extLst>
          </p:cNvPr>
          <p:cNvCxnSpPr>
            <a:cxnSpLocks/>
          </p:cNvCxnSpPr>
          <p:nvPr/>
        </p:nvCxnSpPr>
        <p:spPr>
          <a:xfrm>
            <a:off x="10426878" y="4455444"/>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0C0A20-8E17-98F1-78E6-687A9FEBC663}"/>
              </a:ext>
            </a:extLst>
          </p:cNvPr>
          <p:cNvCxnSpPr>
            <a:cxnSpLocks/>
          </p:cNvCxnSpPr>
          <p:nvPr/>
        </p:nvCxnSpPr>
        <p:spPr>
          <a:xfrm>
            <a:off x="6808024" y="5787436"/>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C039BAB4-BA43-AE74-3817-1460FCB44C06}"/>
              </a:ext>
            </a:extLst>
          </p:cNvPr>
          <p:cNvSpPr/>
          <p:nvPr/>
        </p:nvSpPr>
        <p:spPr>
          <a:xfrm>
            <a:off x="10148244" y="4965702"/>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2                      1</a:t>
            </a:r>
          </a:p>
        </p:txBody>
      </p:sp>
      <p:cxnSp>
        <p:nvCxnSpPr>
          <p:cNvPr id="11" name="Straight Connector 10">
            <a:extLst>
              <a:ext uri="{FF2B5EF4-FFF2-40B4-BE49-F238E27FC236}">
                <a16:creationId xmlns:a16="http://schemas.microsoft.com/office/drawing/2014/main" id="{69ABC9B9-7F78-7B04-E29D-73B6D9184151}"/>
              </a:ext>
            </a:extLst>
          </p:cNvPr>
          <p:cNvCxnSpPr>
            <a:cxnSpLocks/>
          </p:cNvCxnSpPr>
          <p:nvPr/>
        </p:nvCxnSpPr>
        <p:spPr>
          <a:xfrm>
            <a:off x="10163889" y="5787867"/>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F43F14D-1B9E-2763-A7B8-BD9F575944C6}"/>
              </a:ext>
            </a:extLst>
          </p:cNvPr>
          <p:cNvSpPr txBox="1"/>
          <p:nvPr/>
        </p:nvSpPr>
        <p:spPr>
          <a:xfrm>
            <a:off x="7690945" y="4317748"/>
            <a:ext cx="619932" cy="425822"/>
          </a:xfrm>
          <a:prstGeom prst="rect">
            <a:avLst/>
          </a:prstGeom>
          <a:noFill/>
        </p:spPr>
        <p:txBody>
          <a:bodyPr wrap="square" rtlCol="0">
            <a:spAutoFit/>
          </a:bodyPr>
          <a:lstStyle/>
          <a:p>
            <a:r>
              <a:rPr lang="en-US" dirty="0"/>
              <a:t>Yes</a:t>
            </a:r>
          </a:p>
        </p:txBody>
      </p:sp>
      <p:sp>
        <p:nvSpPr>
          <p:cNvPr id="13" name="TextBox 12">
            <a:extLst>
              <a:ext uri="{FF2B5EF4-FFF2-40B4-BE49-F238E27FC236}">
                <a16:creationId xmlns:a16="http://schemas.microsoft.com/office/drawing/2014/main" id="{0AB8B8A2-9322-A2B0-686F-5243988B1039}"/>
              </a:ext>
            </a:extLst>
          </p:cNvPr>
          <p:cNvSpPr txBox="1"/>
          <p:nvPr/>
        </p:nvSpPr>
        <p:spPr>
          <a:xfrm>
            <a:off x="10620104" y="4302368"/>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1507735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14E47C-C2C1-E13F-8694-543A8386287C}"/>
              </a:ext>
            </a:extLst>
          </p:cNvPr>
          <p:cNvSpPr/>
          <p:nvPr/>
        </p:nvSpPr>
        <p:spPr>
          <a:xfrm>
            <a:off x="2155972" y="2743200"/>
            <a:ext cx="1082180" cy="3825380"/>
          </a:xfrm>
          <a:custGeom>
            <a:avLst/>
            <a:gdLst>
              <a:gd name="connsiteX0" fmla="*/ 0 w 1082180"/>
              <a:gd name="connsiteY0" fmla="*/ 0 h 3825380"/>
              <a:gd name="connsiteX1" fmla="*/ 519446 w 1082180"/>
              <a:gd name="connsiteY1" fmla="*/ 0 h 3825380"/>
              <a:gd name="connsiteX2" fmla="*/ 1082180 w 1082180"/>
              <a:gd name="connsiteY2" fmla="*/ 0 h 3825380"/>
              <a:gd name="connsiteX3" fmla="*/ 1082180 w 1082180"/>
              <a:gd name="connsiteY3" fmla="*/ 584737 h 3825380"/>
              <a:gd name="connsiteX4" fmla="*/ 1082180 w 1082180"/>
              <a:gd name="connsiteY4" fmla="*/ 1207727 h 3825380"/>
              <a:gd name="connsiteX5" fmla="*/ 1082180 w 1082180"/>
              <a:gd name="connsiteY5" fmla="*/ 1830718 h 3825380"/>
              <a:gd name="connsiteX6" fmla="*/ 1082180 w 1082180"/>
              <a:gd name="connsiteY6" fmla="*/ 2300693 h 3825380"/>
              <a:gd name="connsiteX7" fmla="*/ 1082180 w 1082180"/>
              <a:gd name="connsiteY7" fmla="*/ 2732414 h 3825380"/>
              <a:gd name="connsiteX8" fmla="*/ 1082180 w 1082180"/>
              <a:gd name="connsiteY8" fmla="*/ 3202390 h 3825380"/>
              <a:gd name="connsiteX9" fmla="*/ 1082180 w 1082180"/>
              <a:gd name="connsiteY9" fmla="*/ 3825380 h 3825380"/>
              <a:gd name="connsiteX10" fmla="*/ 519446 w 1082180"/>
              <a:gd name="connsiteY10" fmla="*/ 3825380 h 3825380"/>
              <a:gd name="connsiteX11" fmla="*/ 0 w 1082180"/>
              <a:gd name="connsiteY11" fmla="*/ 3825380 h 3825380"/>
              <a:gd name="connsiteX12" fmla="*/ 0 w 1082180"/>
              <a:gd name="connsiteY12" fmla="*/ 3355405 h 3825380"/>
              <a:gd name="connsiteX13" fmla="*/ 0 w 1082180"/>
              <a:gd name="connsiteY13" fmla="*/ 2885429 h 3825380"/>
              <a:gd name="connsiteX14" fmla="*/ 0 w 1082180"/>
              <a:gd name="connsiteY14" fmla="*/ 2453708 h 3825380"/>
              <a:gd name="connsiteX15" fmla="*/ 0 w 1082180"/>
              <a:gd name="connsiteY15" fmla="*/ 2021987 h 3825380"/>
              <a:gd name="connsiteX16" fmla="*/ 0 w 1082180"/>
              <a:gd name="connsiteY16" fmla="*/ 1398996 h 3825380"/>
              <a:gd name="connsiteX17" fmla="*/ 0 w 1082180"/>
              <a:gd name="connsiteY17" fmla="*/ 967275 h 3825380"/>
              <a:gd name="connsiteX18" fmla="*/ 0 w 1082180"/>
              <a:gd name="connsiteY18" fmla="*/ 0 h 3825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2180" h="3825380" fill="none" extrusionOk="0">
                <a:moveTo>
                  <a:pt x="0" y="0"/>
                </a:moveTo>
                <a:cubicBezTo>
                  <a:pt x="154147" y="-18243"/>
                  <a:pt x="329551" y="21630"/>
                  <a:pt x="519446" y="0"/>
                </a:cubicBezTo>
                <a:cubicBezTo>
                  <a:pt x="709341" y="-21630"/>
                  <a:pt x="814879" y="24856"/>
                  <a:pt x="1082180" y="0"/>
                </a:cubicBezTo>
                <a:cubicBezTo>
                  <a:pt x="1130713" y="193049"/>
                  <a:pt x="1035218" y="460157"/>
                  <a:pt x="1082180" y="584737"/>
                </a:cubicBezTo>
                <a:cubicBezTo>
                  <a:pt x="1129142" y="709317"/>
                  <a:pt x="1080439" y="1060584"/>
                  <a:pt x="1082180" y="1207727"/>
                </a:cubicBezTo>
                <a:cubicBezTo>
                  <a:pt x="1083921" y="1354870"/>
                  <a:pt x="1023726" y="1650104"/>
                  <a:pt x="1082180" y="1830718"/>
                </a:cubicBezTo>
                <a:cubicBezTo>
                  <a:pt x="1140634" y="2011332"/>
                  <a:pt x="1081927" y="2133348"/>
                  <a:pt x="1082180" y="2300693"/>
                </a:cubicBezTo>
                <a:cubicBezTo>
                  <a:pt x="1082433" y="2468038"/>
                  <a:pt x="1031779" y="2555380"/>
                  <a:pt x="1082180" y="2732414"/>
                </a:cubicBezTo>
                <a:cubicBezTo>
                  <a:pt x="1132581" y="2909448"/>
                  <a:pt x="1028529" y="2977144"/>
                  <a:pt x="1082180" y="3202390"/>
                </a:cubicBezTo>
                <a:cubicBezTo>
                  <a:pt x="1135831" y="3427636"/>
                  <a:pt x="1073702" y="3694699"/>
                  <a:pt x="1082180" y="3825380"/>
                </a:cubicBezTo>
                <a:cubicBezTo>
                  <a:pt x="809668" y="3841247"/>
                  <a:pt x="719532" y="3770196"/>
                  <a:pt x="519446" y="3825380"/>
                </a:cubicBezTo>
                <a:cubicBezTo>
                  <a:pt x="319360" y="3880564"/>
                  <a:pt x="118478" y="3821647"/>
                  <a:pt x="0" y="3825380"/>
                </a:cubicBezTo>
                <a:cubicBezTo>
                  <a:pt x="-37952" y="3674915"/>
                  <a:pt x="51241" y="3567850"/>
                  <a:pt x="0" y="3355405"/>
                </a:cubicBezTo>
                <a:cubicBezTo>
                  <a:pt x="-51241" y="3142960"/>
                  <a:pt x="33101" y="3047655"/>
                  <a:pt x="0" y="2885429"/>
                </a:cubicBezTo>
                <a:cubicBezTo>
                  <a:pt x="-33101" y="2723203"/>
                  <a:pt x="17696" y="2553943"/>
                  <a:pt x="0" y="2453708"/>
                </a:cubicBezTo>
                <a:cubicBezTo>
                  <a:pt x="-17696" y="2353473"/>
                  <a:pt x="23297" y="2225921"/>
                  <a:pt x="0" y="2021987"/>
                </a:cubicBezTo>
                <a:cubicBezTo>
                  <a:pt x="-23297" y="1818053"/>
                  <a:pt x="18188" y="1609213"/>
                  <a:pt x="0" y="1398996"/>
                </a:cubicBezTo>
                <a:cubicBezTo>
                  <a:pt x="-18188" y="1188779"/>
                  <a:pt x="4621" y="1179697"/>
                  <a:pt x="0" y="967275"/>
                </a:cubicBezTo>
                <a:cubicBezTo>
                  <a:pt x="-4621" y="754853"/>
                  <a:pt x="60979" y="239509"/>
                  <a:pt x="0" y="0"/>
                </a:cubicBezTo>
                <a:close/>
              </a:path>
              <a:path w="1082180" h="3825380" stroke="0" extrusionOk="0">
                <a:moveTo>
                  <a:pt x="0" y="0"/>
                </a:moveTo>
                <a:cubicBezTo>
                  <a:pt x="143008" y="-21033"/>
                  <a:pt x="395481" y="54869"/>
                  <a:pt x="562734" y="0"/>
                </a:cubicBezTo>
                <a:cubicBezTo>
                  <a:pt x="729987" y="-54869"/>
                  <a:pt x="977201" y="44739"/>
                  <a:pt x="1082180" y="0"/>
                </a:cubicBezTo>
                <a:cubicBezTo>
                  <a:pt x="1120932" y="169720"/>
                  <a:pt x="1065042" y="374095"/>
                  <a:pt x="1082180" y="469975"/>
                </a:cubicBezTo>
                <a:cubicBezTo>
                  <a:pt x="1099318" y="565855"/>
                  <a:pt x="1067393" y="818270"/>
                  <a:pt x="1082180" y="1092966"/>
                </a:cubicBezTo>
                <a:cubicBezTo>
                  <a:pt x="1096967" y="1367662"/>
                  <a:pt x="1042758" y="1386900"/>
                  <a:pt x="1082180" y="1601195"/>
                </a:cubicBezTo>
                <a:cubicBezTo>
                  <a:pt x="1121602" y="1815490"/>
                  <a:pt x="1030929" y="1944227"/>
                  <a:pt x="1082180" y="2071170"/>
                </a:cubicBezTo>
                <a:cubicBezTo>
                  <a:pt x="1133431" y="2198114"/>
                  <a:pt x="1023783" y="2340361"/>
                  <a:pt x="1082180" y="2579399"/>
                </a:cubicBezTo>
                <a:cubicBezTo>
                  <a:pt x="1140577" y="2818437"/>
                  <a:pt x="1074548" y="2881837"/>
                  <a:pt x="1082180" y="3049374"/>
                </a:cubicBezTo>
                <a:cubicBezTo>
                  <a:pt x="1089812" y="3216912"/>
                  <a:pt x="994095" y="3495464"/>
                  <a:pt x="1082180" y="3825380"/>
                </a:cubicBezTo>
                <a:cubicBezTo>
                  <a:pt x="823571" y="3850091"/>
                  <a:pt x="731181" y="3763564"/>
                  <a:pt x="541090" y="3825380"/>
                </a:cubicBezTo>
                <a:cubicBezTo>
                  <a:pt x="350999" y="3887196"/>
                  <a:pt x="148531" y="3822662"/>
                  <a:pt x="0" y="3825380"/>
                </a:cubicBezTo>
                <a:cubicBezTo>
                  <a:pt x="-2992" y="3656396"/>
                  <a:pt x="9650" y="3375685"/>
                  <a:pt x="0" y="3202390"/>
                </a:cubicBezTo>
                <a:cubicBezTo>
                  <a:pt x="-9650" y="3029095"/>
                  <a:pt x="54211" y="2715214"/>
                  <a:pt x="0" y="2579399"/>
                </a:cubicBezTo>
                <a:cubicBezTo>
                  <a:pt x="-54211" y="2443584"/>
                  <a:pt x="8472" y="2318311"/>
                  <a:pt x="0" y="2109424"/>
                </a:cubicBezTo>
                <a:cubicBezTo>
                  <a:pt x="-8472" y="1900537"/>
                  <a:pt x="13584" y="1865930"/>
                  <a:pt x="0" y="1677702"/>
                </a:cubicBezTo>
                <a:cubicBezTo>
                  <a:pt x="-13584" y="1489474"/>
                  <a:pt x="13808" y="1247738"/>
                  <a:pt x="0" y="1054712"/>
                </a:cubicBezTo>
                <a:cubicBezTo>
                  <a:pt x="-13808" y="861686"/>
                  <a:pt x="24439" y="657164"/>
                  <a:pt x="0" y="469975"/>
                </a:cubicBezTo>
                <a:cubicBezTo>
                  <a:pt x="-24439" y="282786"/>
                  <a:pt x="40776" y="161693"/>
                  <a:pt x="0" y="0"/>
                </a:cubicBezTo>
                <a:close/>
              </a:path>
            </a:pathLst>
          </a:custGeom>
          <a:solidFill>
            <a:schemeClr val="bg1"/>
          </a:solidFill>
          <a:ln>
            <a:extLst>
              <a:ext uri="{C807C97D-BFC1-408E-A445-0C87EB9F89A2}">
                <ask:lineSketchStyleProps xmlns:ask="http://schemas.microsoft.com/office/drawing/2018/sketchyshapes" sd="166924324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D144899-44D1-DCD9-4053-7284FDC6E554}"/>
              </a:ext>
            </a:extLst>
          </p:cNvPr>
          <p:cNvSpPr/>
          <p:nvPr/>
        </p:nvSpPr>
        <p:spPr>
          <a:xfrm>
            <a:off x="4632125" y="2702653"/>
            <a:ext cx="1082180" cy="3825380"/>
          </a:xfrm>
          <a:custGeom>
            <a:avLst/>
            <a:gdLst>
              <a:gd name="connsiteX0" fmla="*/ 0 w 1082180"/>
              <a:gd name="connsiteY0" fmla="*/ 0 h 3825380"/>
              <a:gd name="connsiteX1" fmla="*/ 519446 w 1082180"/>
              <a:gd name="connsiteY1" fmla="*/ 0 h 3825380"/>
              <a:gd name="connsiteX2" fmla="*/ 1082180 w 1082180"/>
              <a:gd name="connsiteY2" fmla="*/ 0 h 3825380"/>
              <a:gd name="connsiteX3" fmla="*/ 1082180 w 1082180"/>
              <a:gd name="connsiteY3" fmla="*/ 584737 h 3825380"/>
              <a:gd name="connsiteX4" fmla="*/ 1082180 w 1082180"/>
              <a:gd name="connsiteY4" fmla="*/ 1207727 h 3825380"/>
              <a:gd name="connsiteX5" fmla="*/ 1082180 w 1082180"/>
              <a:gd name="connsiteY5" fmla="*/ 1830718 h 3825380"/>
              <a:gd name="connsiteX6" fmla="*/ 1082180 w 1082180"/>
              <a:gd name="connsiteY6" fmla="*/ 2300693 h 3825380"/>
              <a:gd name="connsiteX7" fmla="*/ 1082180 w 1082180"/>
              <a:gd name="connsiteY7" fmla="*/ 2732414 h 3825380"/>
              <a:gd name="connsiteX8" fmla="*/ 1082180 w 1082180"/>
              <a:gd name="connsiteY8" fmla="*/ 3202390 h 3825380"/>
              <a:gd name="connsiteX9" fmla="*/ 1082180 w 1082180"/>
              <a:gd name="connsiteY9" fmla="*/ 3825380 h 3825380"/>
              <a:gd name="connsiteX10" fmla="*/ 519446 w 1082180"/>
              <a:gd name="connsiteY10" fmla="*/ 3825380 h 3825380"/>
              <a:gd name="connsiteX11" fmla="*/ 0 w 1082180"/>
              <a:gd name="connsiteY11" fmla="*/ 3825380 h 3825380"/>
              <a:gd name="connsiteX12" fmla="*/ 0 w 1082180"/>
              <a:gd name="connsiteY12" fmla="*/ 3355405 h 3825380"/>
              <a:gd name="connsiteX13" fmla="*/ 0 w 1082180"/>
              <a:gd name="connsiteY13" fmla="*/ 2885429 h 3825380"/>
              <a:gd name="connsiteX14" fmla="*/ 0 w 1082180"/>
              <a:gd name="connsiteY14" fmla="*/ 2453708 h 3825380"/>
              <a:gd name="connsiteX15" fmla="*/ 0 w 1082180"/>
              <a:gd name="connsiteY15" fmla="*/ 2021987 h 3825380"/>
              <a:gd name="connsiteX16" fmla="*/ 0 w 1082180"/>
              <a:gd name="connsiteY16" fmla="*/ 1398996 h 3825380"/>
              <a:gd name="connsiteX17" fmla="*/ 0 w 1082180"/>
              <a:gd name="connsiteY17" fmla="*/ 967275 h 3825380"/>
              <a:gd name="connsiteX18" fmla="*/ 0 w 1082180"/>
              <a:gd name="connsiteY18" fmla="*/ 0 h 3825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2180" h="3825380" fill="none" extrusionOk="0">
                <a:moveTo>
                  <a:pt x="0" y="0"/>
                </a:moveTo>
                <a:cubicBezTo>
                  <a:pt x="154147" y="-18243"/>
                  <a:pt x="329551" y="21630"/>
                  <a:pt x="519446" y="0"/>
                </a:cubicBezTo>
                <a:cubicBezTo>
                  <a:pt x="709341" y="-21630"/>
                  <a:pt x="814879" y="24856"/>
                  <a:pt x="1082180" y="0"/>
                </a:cubicBezTo>
                <a:cubicBezTo>
                  <a:pt x="1130713" y="193049"/>
                  <a:pt x="1035218" y="460157"/>
                  <a:pt x="1082180" y="584737"/>
                </a:cubicBezTo>
                <a:cubicBezTo>
                  <a:pt x="1129142" y="709317"/>
                  <a:pt x="1080439" y="1060584"/>
                  <a:pt x="1082180" y="1207727"/>
                </a:cubicBezTo>
                <a:cubicBezTo>
                  <a:pt x="1083921" y="1354870"/>
                  <a:pt x="1023726" y="1650104"/>
                  <a:pt x="1082180" y="1830718"/>
                </a:cubicBezTo>
                <a:cubicBezTo>
                  <a:pt x="1140634" y="2011332"/>
                  <a:pt x="1081927" y="2133348"/>
                  <a:pt x="1082180" y="2300693"/>
                </a:cubicBezTo>
                <a:cubicBezTo>
                  <a:pt x="1082433" y="2468038"/>
                  <a:pt x="1031779" y="2555380"/>
                  <a:pt x="1082180" y="2732414"/>
                </a:cubicBezTo>
                <a:cubicBezTo>
                  <a:pt x="1132581" y="2909448"/>
                  <a:pt x="1028529" y="2977144"/>
                  <a:pt x="1082180" y="3202390"/>
                </a:cubicBezTo>
                <a:cubicBezTo>
                  <a:pt x="1135831" y="3427636"/>
                  <a:pt x="1073702" y="3694699"/>
                  <a:pt x="1082180" y="3825380"/>
                </a:cubicBezTo>
                <a:cubicBezTo>
                  <a:pt x="809668" y="3841247"/>
                  <a:pt x="719532" y="3770196"/>
                  <a:pt x="519446" y="3825380"/>
                </a:cubicBezTo>
                <a:cubicBezTo>
                  <a:pt x="319360" y="3880564"/>
                  <a:pt x="118478" y="3821647"/>
                  <a:pt x="0" y="3825380"/>
                </a:cubicBezTo>
                <a:cubicBezTo>
                  <a:pt x="-37952" y="3674915"/>
                  <a:pt x="51241" y="3567850"/>
                  <a:pt x="0" y="3355405"/>
                </a:cubicBezTo>
                <a:cubicBezTo>
                  <a:pt x="-51241" y="3142960"/>
                  <a:pt x="33101" y="3047655"/>
                  <a:pt x="0" y="2885429"/>
                </a:cubicBezTo>
                <a:cubicBezTo>
                  <a:pt x="-33101" y="2723203"/>
                  <a:pt x="17696" y="2553943"/>
                  <a:pt x="0" y="2453708"/>
                </a:cubicBezTo>
                <a:cubicBezTo>
                  <a:pt x="-17696" y="2353473"/>
                  <a:pt x="23297" y="2225921"/>
                  <a:pt x="0" y="2021987"/>
                </a:cubicBezTo>
                <a:cubicBezTo>
                  <a:pt x="-23297" y="1818053"/>
                  <a:pt x="18188" y="1609213"/>
                  <a:pt x="0" y="1398996"/>
                </a:cubicBezTo>
                <a:cubicBezTo>
                  <a:pt x="-18188" y="1188779"/>
                  <a:pt x="4621" y="1179697"/>
                  <a:pt x="0" y="967275"/>
                </a:cubicBezTo>
                <a:cubicBezTo>
                  <a:pt x="-4621" y="754853"/>
                  <a:pt x="60979" y="239509"/>
                  <a:pt x="0" y="0"/>
                </a:cubicBezTo>
                <a:close/>
              </a:path>
              <a:path w="1082180" h="3825380" stroke="0" extrusionOk="0">
                <a:moveTo>
                  <a:pt x="0" y="0"/>
                </a:moveTo>
                <a:cubicBezTo>
                  <a:pt x="143008" y="-21033"/>
                  <a:pt x="395481" y="54869"/>
                  <a:pt x="562734" y="0"/>
                </a:cubicBezTo>
                <a:cubicBezTo>
                  <a:pt x="729987" y="-54869"/>
                  <a:pt x="977201" y="44739"/>
                  <a:pt x="1082180" y="0"/>
                </a:cubicBezTo>
                <a:cubicBezTo>
                  <a:pt x="1120932" y="169720"/>
                  <a:pt x="1065042" y="374095"/>
                  <a:pt x="1082180" y="469975"/>
                </a:cubicBezTo>
                <a:cubicBezTo>
                  <a:pt x="1099318" y="565855"/>
                  <a:pt x="1067393" y="818270"/>
                  <a:pt x="1082180" y="1092966"/>
                </a:cubicBezTo>
                <a:cubicBezTo>
                  <a:pt x="1096967" y="1367662"/>
                  <a:pt x="1042758" y="1386900"/>
                  <a:pt x="1082180" y="1601195"/>
                </a:cubicBezTo>
                <a:cubicBezTo>
                  <a:pt x="1121602" y="1815490"/>
                  <a:pt x="1030929" y="1944227"/>
                  <a:pt x="1082180" y="2071170"/>
                </a:cubicBezTo>
                <a:cubicBezTo>
                  <a:pt x="1133431" y="2198114"/>
                  <a:pt x="1023783" y="2340361"/>
                  <a:pt x="1082180" y="2579399"/>
                </a:cubicBezTo>
                <a:cubicBezTo>
                  <a:pt x="1140577" y="2818437"/>
                  <a:pt x="1074548" y="2881837"/>
                  <a:pt x="1082180" y="3049374"/>
                </a:cubicBezTo>
                <a:cubicBezTo>
                  <a:pt x="1089812" y="3216912"/>
                  <a:pt x="994095" y="3495464"/>
                  <a:pt x="1082180" y="3825380"/>
                </a:cubicBezTo>
                <a:cubicBezTo>
                  <a:pt x="823571" y="3850091"/>
                  <a:pt x="731181" y="3763564"/>
                  <a:pt x="541090" y="3825380"/>
                </a:cubicBezTo>
                <a:cubicBezTo>
                  <a:pt x="350999" y="3887196"/>
                  <a:pt x="148531" y="3822662"/>
                  <a:pt x="0" y="3825380"/>
                </a:cubicBezTo>
                <a:cubicBezTo>
                  <a:pt x="-2992" y="3656396"/>
                  <a:pt x="9650" y="3375685"/>
                  <a:pt x="0" y="3202390"/>
                </a:cubicBezTo>
                <a:cubicBezTo>
                  <a:pt x="-9650" y="3029095"/>
                  <a:pt x="54211" y="2715214"/>
                  <a:pt x="0" y="2579399"/>
                </a:cubicBezTo>
                <a:cubicBezTo>
                  <a:pt x="-54211" y="2443584"/>
                  <a:pt x="8472" y="2318311"/>
                  <a:pt x="0" y="2109424"/>
                </a:cubicBezTo>
                <a:cubicBezTo>
                  <a:pt x="-8472" y="1900537"/>
                  <a:pt x="13584" y="1865930"/>
                  <a:pt x="0" y="1677702"/>
                </a:cubicBezTo>
                <a:cubicBezTo>
                  <a:pt x="-13584" y="1489474"/>
                  <a:pt x="13808" y="1247738"/>
                  <a:pt x="0" y="1054712"/>
                </a:cubicBezTo>
                <a:cubicBezTo>
                  <a:pt x="-13808" y="861686"/>
                  <a:pt x="24439" y="657164"/>
                  <a:pt x="0" y="469975"/>
                </a:cubicBezTo>
                <a:cubicBezTo>
                  <a:pt x="-24439" y="282786"/>
                  <a:pt x="40776" y="161693"/>
                  <a:pt x="0" y="0"/>
                </a:cubicBezTo>
                <a:close/>
              </a:path>
            </a:pathLst>
          </a:custGeom>
          <a:solidFill>
            <a:schemeClr val="bg1"/>
          </a:solidFill>
          <a:ln>
            <a:extLst>
              <a:ext uri="{C807C97D-BFC1-408E-A445-0C87EB9F89A2}">
                <ask:lineSketchStyleProps xmlns:ask="http://schemas.microsoft.com/office/drawing/2018/sketchyshapes" sd="166924324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6D9BF3-EF9E-6BCC-BEB2-56053777493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4D8D25A-283F-F559-6778-B92B40047ADE}"/>
              </a:ext>
            </a:extLst>
          </p:cNvPr>
          <p:cNvSpPr>
            <a:spLocks noGrp="1"/>
          </p:cNvSpPr>
          <p:nvPr>
            <p:ph idx="1"/>
          </p:nvPr>
        </p:nvSpPr>
        <p:spPr>
          <a:xfrm>
            <a:off x="842348" y="1825625"/>
            <a:ext cx="10567630" cy="917575"/>
          </a:xfrm>
        </p:spPr>
        <p:txBody>
          <a:bodyPr/>
          <a:lstStyle/>
          <a:p>
            <a:r>
              <a:rPr lang="en-US" dirty="0"/>
              <a:t>Then, we do the same with Loves Soda</a:t>
            </a:r>
          </a:p>
        </p:txBody>
      </p:sp>
      <p:sp>
        <p:nvSpPr>
          <p:cNvPr id="4" name="Slide Number Placeholder 3">
            <a:extLst>
              <a:ext uri="{FF2B5EF4-FFF2-40B4-BE49-F238E27FC236}">
                <a16:creationId xmlns:a16="http://schemas.microsoft.com/office/drawing/2014/main" id="{A8EE88C7-8BEF-B45D-2330-36D6D7A3C00A}"/>
              </a:ext>
            </a:extLst>
          </p:cNvPr>
          <p:cNvSpPr>
            <a:spLocks noGrp="1"/>
          </p:cNvSpPr>
          <p:nvPr>
            <p:ph type="sldNum" sz="quarter" idx="12"/>
          </p:nvPr>
        </p:nvSpPr>
        <p:spPr/>
        <p:txBody>
          <a:bodyPr/>
          <a:lstStyle/>
          <a:p>
            <a:fld id="{8D85F329-02EE-4F4A-8B74-A22642379FE5}" type="slidenum">
              <a:rPr lang="en-US" smtClean="0"/>
              <a:t>26</a:t>
            </a:fld>
            <a:endParaRPr lang="en-US"/>
          </a:p>
        </p:txBody>
      </p:sp>
      <p:sp>
        <p:nvSpPr>
          <p:cNvPr id="6" name="Rectangle: Rounded Corners 5">
            <a:extLst>
              <a:ext uri="{FF2B5EF4-FFF2-40B4-BE49-F238E27FC236}">
                <a16:creationId xmlns:a16="http://schemas.microsoft.com/office/drawing/2014/main" id="{C3B116FD-F527-29CD-B063-F5FE2622D78C}"/>
              </a:ext>
            </a:extLst>
          </p:cNvPr>
          <p:cNvSpPr/>
          <p:nvPr/>
        </p:nvSpPr>
        <p:spPr>
          <a:xfrm>
            <a:off x="6187238" y="4511298"/>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3                      1</a:t>
            </a:r>
          </a:p>
        </p:txBody>
      </p:sp>
      <p:sp>
        <p:nvSpPr>
          <p:cNvPr id="7" name="Rectangle: Rounded Corners 6">
            <a:extLst>
              <a:ext uri="{FF2B5EF4-FFF2-40B4-BE49-F238E27FC236}">
                <a16:creationId xmlns:a16="http://schemas.microsoft.com/office/drawing/2014/main" id="{9CA407D7-5364-437C-5EC7-D0BA80F06F8C}"/>
              </a:ext>
            </a:extLst>
          </p:cNvPr>
          <p:cNvSpPr/>
          <p:nvPr/>
        </p:nvSpPr>
        <p:spPr>
          <a:xfrm>
            <a:off x="7806811" y="3429000"/>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Loves Soda</a:t>
            </a:r>
          </a:p>
        </p:txBody>
      </p:sp>
      <p:cxnSp>
        <p:nvCxnSpPr>
          <p:cNvPr id="8" name="Straight Arrow Connector 7">
            <a:extLst>
              <a:ext uri="{FF2B5EF4-FFF2-40B4-BE49-F238E27FC236}">
                <a16:creationId xmlns:a16="http://schemas.microsoft.com/office/drawing/2014/main" id="{AD3DB5CF-3EC1-BB55-2BE5-276E44697696}"/>
              </a:ext>
            </a:extLst>
          </p:cNvPr>
          <p:cNvCxnSpPr/>
          <p:nvPr/>
        </p:nvCxnSpPr>
        <p:spPr>
          <a:xfrm flipH="1">
            <a:off x="7186879" y="4002438"/>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C03645C-78E8-E39F-2F87-2BB7CB7C8C40}"/>
              </a:ext>
            </a:extLst>
          </p:cNvPr>
          <p:cNvCxnSpPr>
            <a:cxnSpLocks/>
          </p:cNvCxnSpPr>
          <p:nvPr/>
        </p:nvCxnSpPr>
        <p:spPr>
          <a:xfrm>
            <a:off x="9806092" y="4002438"/>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F75588-88AC-6EC5-7738-00438C60FF89}"/>
              </a:ext>
            </a:extLst>
          </p:cNvPr>
          <p:cNvCxnSpPr>
            <a:cxnSpLocks/>
          </p:cNvCxnSpPr>
          <p:nvPr/>
        </p:nvCxnSpPr>
        <p:spPr>
          <a:xfrm>
            <a:off x="6187238" y="5334430"/>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5B71F59C-8102-B411-6337-7FE91AB85ED1}"/>
              </a:ext>
            </a:extLst>
          </p:cNvPr>
          <p:cNvSpPr/>
          <p:nvPr/>
        </p:nvSpPr>
        <p:spPr>
          <a:xfrm>
            <a:off x="9527458" y="4512696"/>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0                      3</a:t>
            </a:r>
          </a:p>
        </p:txBody>
      </p:sp>
      <p:cxnSp>
        <p:nvCxnSpPr>
          <p:cNvPr id="16" name="Straight Connector 15">
            <a:extLst>
              <a:ext uri="{FF2B5EF4-FFF2-40B4-BE49-F238E27FC236}">
                <a16:creationId xmlns:a16="http://schemas.microsoft.com/office/drawing/2014/main" id="{73C93D61-38BB-839E-4788-5CAA025AF769}"/>
              </a:ext>
            </a:extLst>
          </p:cNvPr>
          <p:cNvCxnSpPr>
            <a:cxnSpLocks/>
          </p:cNvCxnSpPr>
          <p:nvPr/>
        </p:nvCxnSpPr>
        <p:spPr>
          <a:xfrm>
            <a:off x="9543103" y="5334861"/>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17" name="Table 5">
            <a:extLst>
              <a:ext uri="{FF2B5EF4-FFF2-40B4-BE49-F238E27FC236}">
                <a16:creationId xmlns:a16="http://schemas.microsoft.com/office/drawing/2014/main" id="{0F0FFB04-F793-6956-72C2-F1718AB69D57}"/>
              </a:ext>
            </a:extLst>
          </p:cNvPr>
          <p:cNvGraphicFramePr>
            <a:graphicFrameLocks noGrp="1"/>
          </p:cNvGraphicFramePr>
          <p:nvPr/>
        </p:nvGraphicFramePr>
        <p:xfrm>
          <a:off x="842347" y="2882491"/>
          <a:ext cx="4929280" cy="3473860"/>
        </p:xfrm>
        <a:graphic>
          <a:graphicData uri="http://schemas.openxmlformats.org/drawingml/2006/table">
            <a:tbl>
              <a:tblPr firstRow="1" bandRow="1">
                <a:tableStyleId>{5940675A-B579-460E-94D1-54222C63F5DA}</a:tableStyleId>
              </a:tblPr>
              <a:tblGrid>
                <a:gridCol w="1232320">
                  <a:extLst>
                    <a:ext uri="{9D8B030D-6E8A-4147-A177-3AD203B41FA5}">
                      <a16:colId xmlns:a16="http://schemas.microsoft.com/office/drawing/2014/main" val="3970593616"/>
                    </a:ext>
                  </a:extLst>
                </a:gridCol>
                <a:gridCol w="1232320">
                  <a:extLst>
                    <a:ext uri="{9D8B030D-6E8A-4147-A177-3AD203B41FA5}">
                      <a16:colId xmlns:a16="http://schemas.microsoft.com/office/drawing/2014/main" val="2934454268"/>
                    </a:ext>
                  </a:extLst>
                </a:gridCol>
                <a:gridCol w="1232320">
                  <a:extLst>
                    <a:ext uri="{9D8B030D-6E8A-4147-A177-3AD203B41FA5}">
                      <a16:colId xmlns:a16="http://schemas.microsoft.com/office/drawing/2014/main" val="652247648"/>
                    </a:ext>
                  </a:extLst>
                </a:gridCol>
                <a:gridCol w="1232320">
                  <a:extLst>
                    <a:ext uri="{9D8B030D-6E8A-4147-A177-3AD203B41FA5}">
                      <a16:colId xmlns:a16="http://schemas.microsoft.com/office/drawing/2014/main" val="2616932534"/>
                    </a:ext>
                  </a:extLst>
                </a:gridCol>
              </a:tblGrid>
              <a:tr h="378700">
                <a:tc>
                  <a:txBody>
                    <a:bodyPr/>
                    <a:lstStyle/>
                    <a:p>
                      <a:pPr algn="ctr"/>
                      <a:r>
                        <a:rPr lang="en-US" sz="2400" b="1" dirty="0">
                          <a:solidFill>
                            <a:schemeClr val="accent2">
                              <a:lumMod val="75000"/>
                            </a:schemeClr>
                          </a:solidFill>
                        </a:rPr>
                        <a:t>Loves Popcorn</a:t>
                      </a:r>
                      <a:endParaRPr lang="en-US" sz="2400" b="1" dirty="0"/>
                    </a:p>
                  </a:txBody>
                  <a:tcPr/>
                </a:tc>
                <a:tc>
                  <a:txBody>
                    <a:bodyPr/>
                    <a:lstStyle/>
                    <a:p>
                      <a:pPr algn="ctr"/>
                      <a:r>
                        <a:rPr lang="en-US" sz="2400" b="1" dirty="0">
                          <a:solidFill>
                            <a:schemeClr val="accent2">
                              <a:lumMod val="75000"/>
                            </a:schemeClr>
                          </a:solidFill>
                        </a:rPr>
                        <a:t>Loves Soda</a:t>
                      </a:r>
                      <a:endParaRPr lang="en-US" sz="2400" b="1" dirty="0"/>
                    </a:p>
                  </a:txBody>
                  <a:tcPr/>
                </a:tc>
                <a:tc>
                  <a:txBody>
                    <a:bodyPr/>
                    <a:lstStyle/>
                    <a:p>
                      <a:pPr algn="ctr"/>
                      <a:r>
                        <a:rPr lang="en-US" sz="2400" b="1" dirty="0">
                          <a:solidFill>
                            <a:schemeClr val="accent2">
                              <a:lumMod val="75000"/>
                            </a:schemeClr>
                          </a:solidFill>
                        </a:rPr>
                        <a:t>Age</a:t>
                      </a:r>
                      <a:endParaRPr lang="en-US" sz="2400" b="1" dirty="0"/>
                    </a:p>
                  </a:txBody>
                  <a:tcPr/>
                </a:tc>
                <a:tc>
                  <a:txBody>
                    <a:bodyPr/>
                    <a:lstStyle/>
                    <a:p>
                      <a:pPr algn="ctr"/>
                      <a:r>
                        <a:rPr lang="en-US" sz="2400" b="1" dirty="0">
                          <a:solidFill>
                            <a:srgbClr val="00B050"/>
                          </a:solidFill>
                        </a:rPr>
                        <a:t>Music 1</a:t>
                      </a:r>
                      <a:endParaRPr lang="en-US" sz="2400" b="1" dirty="0"/>
                    </a:p>
                  </a:txBody>
                  <a:tcPr/>
                </a:tc>
                <a:extLst>
                  <a:ext uri="{0D108BD9-81ED-4DB2-BD59-A6C34878D82A}">
                    <a16:rowId xmlns:a16="http://schemas.microsoft.com/office/drawing/2014/main" val="939989933"/>
                  </a:ext>
                </a:extLst>
              </a:tr>
              <a:tr h="378700">
                <a:tc>
                  <a:txBody>
                    <a:bodyPr/>
                    <a:lstStyle/>
                    <a:p>
                      <a:pPr algn="ctr"/>
                      <a:r>
                        <a:rPr lang="en-US" dirty="0"/>
                        <a:t>Yes</a:t>
                      </a:r>
                    </a:p>
                  </a:txBody>
                  <a:tcPr/>
                </a:tc>
                <a:tc>
                  <a:txBody>
                    <a:bodyPr/>
                    <a:lstStyle/>
                    <a:p>
                      <a:pPr algn="ctr"/>
                      <a:r>
                        <a:rPr lang="en-US" dirty="0"/>
                        <a:t>Yes</a:t>
                      </a:r>
                    </a:p>
                  </a:txBody>
                  <a:tcPr/>
                </a:tc>
                <a:tc>
                  <a:txBody>
                    <a:bodyPr/>
                    <a:lstStyle/>
                    <a:p>
                      <a:pPr algn="ctr"/>
                      <a:r>
                        <a:rPr lang="en-US" dirty="0"/>
                        <a:t>7</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808463981"/>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118996182"/>
                  </a:ext>
                </a:extLst>
              </a:tr>
              <a:tr h="378700">
                <a:tc>
                  <a:txBody>
                    <a:bodyPr/>
                    <a:lstStyle/>
                    <a:p>
                      <a:pPr algn="ctr"/>
                      <a:r>
                        <a:rPr lang="en-US" dirty="0"/>
                        <a:t>No</a:t>
                      </a:r>
                    </a:p>
                  </a:txBody>
                  <a:tcPr/>
                </a:tc>
                <a:tc>
                  <a:txBody>
                    <a:bodyPr/>
                    <a:lstStyle/>
                    <a:p>
                      <a:pPr algn="ctr"/>
                      <a:r>
                        <a:rPr lang="en-US" dirty="0"/>
                        <a:t>Yes</a:t>
                      </a:r>
                    </a:p>
                  </a:txBody>
                  <a:tcPr/>
                </a:tc>
                <a:tc>
                  <a:txBody>
                    <a:bodyPr/>
                    <a:lstStyle/>
                    <a:p>
                      <a:pPr algn="ctr"/>
                      <a:r>
                        <a:rPr lang="en-US" dirty="0"/>
                        <a:t>18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3118641281"/>
                  </a:ext>
                </a:extLst>
              </a:tr>
              <a:tr h="378700">
                <a:tc>
                  <a:txBody>
                    <a:bodyPr/>
                    <a:lstStyle/>
                    <a:p>
                      <a:pPr algn="ctr"/>
                      <a:r>
                        <a:rPr lang="en-US" dirty="0"/>
                        <a:t>No</a:t>
                      </a:r>
                    </a:p>
                  </a:txBody>
                  <a:tcPr/>
                </a:tc>
                <a:tc>
                  <a:txBody>
                    <a:bodyPr/>
                    <a:lstStyle/>
                    <a:p>
                      <a:pPr algn="ctr"/>
                      <a:r>
                        <a:rPr lang="en-US" dirty="0"/>
                        <a:t>Yes</a:t>
                      </a:r>
                    </a:p>
                  </a:txBody>
                  <a:tcPr/>
                </a:tc>
                <a:tc>
                  <a:txBody>
                    <a:bodyPr/>
                    <a:lstStyle/>
                    <a:p>
                      <a:pPr algn="ctr"/>
                      <a:r>
                        <a:rPr lang="en-US" dirty="0"/>
                        <a:t>35</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871524058"/>
                  </a:ext>
                </a:extLst>
              </a:tr>
              <a:tr h="378700">
                <a:tc>
                  <a:txBody>
                    <a:bodyPr/>
                    <a:lstStyle/>
                    <a:p>
                      <a:pPr algn="ctr"/>
                      <a:r>
                        <a:rPr lang="en-US" dirty="0"/>
                        <a:t>Yes</a:t>
                      </a:r>
                    </a:p>
                  </a:txBody>
                  <a:tcPr/>
                </a:tc>
                <a:tc>
                  <a:txBody>
                    <a:bodyPr/>
                    <a:lstStyle/>
                    <a:p>
                      <a:pPr algn="ctr"/>
                      <a:r>
                        <a:rPr lang="en-US" dirty="0"/>
                        <a:t>Yes</a:t>
                      </a:r>
                    </a:p>
                  </a:txBody>
                  <a:tcPr/>
                </a:tc>
                <a:tc>
                  <a:txBody>
                    <a:bodyPr/>
                    <a:lstStyle/>
                    <a:p>
                      <a:pPr algn="ctr"/>
                      <a:r>
                        <a:rPr lang="en-US" dirty="0"/>
                        <a:t>38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4182765875"/>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262163810"/>
                  </a:ext>
                </a:extLst>
              </a:tr>
              <a:tr h="378700">
                <a:tc>
                  <a:txBody>
                    <a:bodyPr/>
                    <a:lstStyle/>
                    <a:p>
                      <a:pPr algn="ctr"/>
                      <a:r>
                        <a:rPr lang="en-US" dirty="0"/>
                        <a:t>No</a:t>
                      </a:r>
                    </a:p>
                  </a:txBody>
                  <a:tcPr/>
                </a:tc>
                <a:tc>
                  <a:txBody>
                    <a:bodyPr/>
                    <a:lstStyle/>
                    <a:p>
                      <a:pPr algn="ctr"/>
                      <a:r>
                        <a:rPr lang="en-US" dirty="0"/>
                        <a:t>No</a:t>
                      </a:r>
                    </a:p>
                  </a:txBody>
                  <a:tcPr/>
                </a:tc>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185019788"/>
                  </a:ext>
                </a:extLst>
              </a:tr>
            </a:tbl>
          </a:graphicData>
        </a:graphic>
      </p:graphicFrame>
      <p:sp>
        <p:nvSpPr>
          <p:cNvPr id="18" name="TextBox 17">
            <a:extLst>
              <a:ext uri="{FF2B5EF4-FFF2-40B4-BE49-F238E27FC236}">
                <a16:creationId xmlns:a16="http://schemas.microsoft.com/office/drawing/2014/main" id="{6419179C-D0B7-2728-2A5A-526ED5A4C449}"/>
              </a:ext>
            </a:extLst>
          </p:cNvPr>
          <p:cNvSpPr txBox="1"/>
          <p:nvPr/>
        </p:nvSpPr>
        <p:spPr>
          <a:xfrm>
            <a:off x="7070159" y="3864742"/>
            <a:ext cx="619932" cy="425822"/>
          </a:xfrm>
          <a:prstGeom prst="rect">
            <a:avLst/>
          </a:prstGeom>
          <a:noFill/>
        </p:spPr>
        <p:txBody>
          <a:bodyPr wrap="square" rtlCol="0">
            <a:spAutoFit/>
          </a:bodyPr>
          <a:lstStyle/>
          <a:p>
            <a:r>
              <a:rPr lang="en-US" dirty="0"/>
              <a:t>Yes</a:t>
            </a:r>
          </a:p>
        </p:txBody>
      </p:sp>
      <p:sp>
        <p:nvSpPr>
          <p:cNvPr id="19" name="TextBox 18">
            <a:extLst>
              <a:ext uri="{FF2B5EF4-FFF2-40B4-BE49-F238E27FC236}">
                <a16:creationId xmlns:a16="http://schemas.microsoft.com/office/drawing/2014/main" id="{5AB53EF4-5066-AC0D-ADA2-92CD6919DB76}"/>
              </a:ext>
            </a:extLst>
          </p:cNvPr>
          <p:cNvSpPr txBox="1"/>
          <p:nvPr/>
        </p:nvSpPr>
        <p:spPr>
          <a:xfrm>
            <a:off x="9999318" y="3849362"/>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3608046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DF165-9F43-DE3E-71CD-1D5B41FEE66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C2F9ABA-FFA4-1524-1D7B-E6C8770412EA}"/>
              </a:ext>
            </a:extLst>
          </p:cNvPr>
          <p:cNvSpPr>
            <a:spLocks noGrp="1"/>
          </p:cNvSpPr>
          <p:nvPr>
            <p:ph idx="1"/>
          </p:nvPr>
        </p:nvSpPr>
        <p:spPr/>
        <p:txBody>
          <a:bodyPr/>
          <a:lstStyle/>
          <a:p>
            <a:r>
              <a:rPr lang="en-US" dirty="0"/>
              <a:t>In a similar way, we can calculate the Total Gini Impurity for Loves Soda.</a:t>
            </a:r>
          </a:p>
          <a:p>
            <a:r>
              <a:rPr lang="en-US" dirty="0"/>
              <a:t>Total Gini Impurity = 0.214</a:t>
            </a:r>
          </a:p>
          <a:p>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3B2566A0-300A-5624-8F2B-E691A6C889DB}"/>
              </a:ext>
            </a:extLst>
          </p:cNvPr>
          <p:cNvSpPr>
            <a:spLocks noGrp="1"/>
          </p:cNvSpPr>
          <p:nvPr>
            <p:ph type="sldNum" sz="quarter" idx="12"/>
          </p:nvPr>
        </p:nvSpPr>
        <p:spPr/>
        <p:txBody>
          <a:bodyPr/>
          <a:lstStyle/>
          <a:p>
            <a:fld id="{8D85F329-02EE-4F4A-8B74-A22642379FE5}" type="slidenum">
              <a:rPr lang="en-US" smtClean="0"/>
              <a:t>27</a:t>
            </a:fld>
            <a:endParaRPr lang="en-US"/>
          </a:p>
        </p:txBody>
      </p:sp>
      <p:sp>
        <p:nvSpPr>
          <p:cNvPr id="5" name="Rectangle: Rounded Corners 4">
            <a:extLst>
              <a:ext uri="{FF2B5EF4-FFF2-40B4-BE49-F238E27FC236}">
                <a16:creationId xmlns:a16="http://schemas.microsoft.com/office/drawing/2014/main" id="{F090AB34-76D6-A8AC-4D4F-6A17D79E44A0}"/>
              </a:ext>
            </a:extLst>
          </p:cNvPr>
          <p:cNvSpPr/>
          <p:nvPr/>
        </p:nvSpPr>
        <p:spPr>
          <a:xfrm>
            <a:off x="6715745" y="4922359"/>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3                      1</a:t>
            </a:r>
          </a:p>
        </p:txBody>
      </p:sp>
      <p:sp>
        <p:nvSpPr>
          <p:cNvPr id="6" name="Rectangle: Rounded Corners 5">
            <a:extLst>
              <a:ext uri="{FF2B5EF4-FFF2-40B4-BE49-F238E27FC236}">
                <a16:creationId xmlns:a16="http://schemas.microsoft.com/office/drawing/2014/main" id="{99D27C10-D6C7-ED7B-4E2A-02825F93C585}"/>
              </a:ext>
            </a:extLst>
          </p:cNvPr>
          <p:cNvSpPr/>
          <p:nvPr/>
        </p:nvSpPr>
        <p:spPr>
          <a:xfrm>
            <a:off x="8335318" y="3840061"/>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Loves Soda</a:t>
            </a:r>
          </a:p>
        </p:txBody>
      </p:sp>
      <p:cxnSp>
        <p:nvCxnSpPr>
          <p:cNvPr id="7" name="Straight Arrow Connector 6">
            <a:extLst>
              <a:ext uri="{FF2B5EF4-FFF2-40B4-BE49-F238E27FC236}">
                <a16:creationId xmlns:a16="http://schemas.microsoft.com/office/drawing/2014/main" id="{ABA03460-0870-239C-2BA6-C4C4ECA5349E}"/>
              </a:ext>
            </a:extLst>
          </p:cNvPr>
          <p:cNvCxnSpPr/>
          <p:nvPr/>
        </p:nvCxnSpPr>
        <p:spPr>
          <a:xfrm flipH="1">
            <a:off x="7715386" y="4413499"/>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62C1793-41A4-4B00-6005-7CDAF3ED5B71}"/>
              </a:ext>
            </a:extLst>
          </p:cNvPr>
          <p:cNvCxnSpPr>
            <a:cxnSpLocks/>
          </p:cNvCxnSpPr>
          <p:nvPr/>
        </p:nvCxnSpPr>
        <p:spPr>
          <a:xfrm>
            <a:off x="10334599" y="4413499"/>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D6907DB-FAC0-92F6-39CE-AB1D0BAC0B0D}"/>
              </a:ext>
            </a:extLst>
          </p:cNvPr>
          <p:cNvCxnSpPr>
            <a:cxnSpLocks/>
          </p:cNvCxnSpPr>
          <p:nvPr/>
        </p:nvCxnSpPr>
        <p:spPr>
          <a:xfrm>
            <a:off x="6715745" y="5745491"/>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3406522B-8B02-303C-4B8D-9ECD616E3FC4}"/>
              </a:ext>
            </a:extLst>
          </p:cNvPr>
          <p:cNvSpPr/>
          <p:nvPr/>
        </p:nvSpPr>
        <p:spPr>
          <a:xfrm>
            <a:off x="10055965" y="4923757"/>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0                      3</a:t>
            </a:r>
          </a:p>
        </p:txBody>
      </p:sp>
      <p:cxnSp>
        <p:nvCxnSpPr>
          <p:cNvPr id="11" name="Straight Connector 10">
            <a:extLst>
              <a:ext uri="{FF2B5EF4-FFF2-40B4-BE49-F238E27FC236}">
                <a16:creationId xmlns:a16="http://schemas.microsoft.com/office/drawing/2014/main" id="{FCE383D0-07F8-A896-256C-5B3F82B46667}"/>
              </a:ext>
            </a:extLst>
          </p:cNvPr>
          <p:cNvCxnSpPr>
            <a:cxnSpLocks/>
          </p:cNvCxnSpPr>
          <p:nvPr/>
        </p:nvCxnSpPr>
        <p:spPr>
          <a:xfrm>
            <a:off x="10071610" y="5745922"/>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F029607-CB1B-7D22-52AC-2438B10D9EF3}"/>
              </a:ext>
            </a:extLst>
          </p:cNvPr>
          <p:cNvSpPr txBox="1"/>
          <p:nvPr/>
        </p:nvSpPr>
        <p:spPr>
          <a:xfrm>
            <a:off x="7598666" y="4275803"/>
            <a:ext cx="619932" cy="425822"/>
          </a:xfrm>
          <a:prstGeom prst="rect">
            <a:avLst/>
          </a:prstGeom>
          <a:noFill/>
        </p:spPr>
        <p:txBody>
          <a:bodyPr wrap="square" rtlCol="0">
            <a:spAutoFit/>
          </a:bodyPr>
          <a:lstStyle/>
          <a:p>
            <a:r>
              <a:rPr lang="en-US" dirty="0"/>
              <a:t>Yes</a:t>
            </a:r>
          </a:p>
        </p:txBody>
      </p:sp>
      <p:sp>
        <p:nvSpPr>
          <p:cNvPr id="13" name="TextBox 12">
            <a:extLst>
              <a:ext uri="{FF2B5EF4-FFF2-40B4-BE49-F238E27FC236}">
                <a16:creationId xmlns:a16="http://schemas.microsoft.com/office/drawing/2014/main" id="{485A5106-B6DE-DD4E-89A1-989847CCA4DC}"/>
              </a:ext>
            </a:extLst>
          </p:cNvPr>
          <p:cNvSpPr txBox="1"/>
          <p:nvPr/>
        </p:nvSpPr>
        <p:spPr>
          <a:xfrm>
            <a:off x="10527825" y="4260423"/>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1367603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14E47C-C2C1-E13F-8694-543A8386287C}"/>
              </a:ext>
            </a:extLst>
          </p:cNvPr>
          <p:cNvSpPr/>
          <p:nvPr/>
        </p:nvSpPr>
        <p:spPr>
          <a:xfrm>
            <a:off x="3383409" y="2702653"/>
            <a:ext cx="1082180" cy="3825380"/>
          </a:xfrm>
          <a:custGeom>
            <a:avLst/>
            <a:gdLst>
              <a:gd name="connsiteX0" fmla="*/ 0 w 1082180"/>
              <a:gd name="connsiteY0" fmla="*/ 0 h 3825380"/>
              <a:gd name="connsiteX1" fmla="*/ 519446 w 1082180"/>
              <a:gd name="connsiteY1" fmla="*/ 0 h 3825380"/>
              <a:gd name="connsiteX2" fmla="*/ 1082180 w 1082180"/>
              <a:gd name="connsiteY2" fmla="*/ 0 h 3825380"/>
              <a:gd name="connsiteX3" fmla="*/ 1082180 w 1082180"/>
              <a:gd name="connsiteY3" fmla="*/ 584737 h 3825380"/>
              <a:gd name="connsiteX4" fmla="*/ 1082180 w 1082180"/>
              <a:gd name="connsiteY4" fmla="*/ 1207727 h 3825380"/>
              <a:gd name="connsiteX5" fmla="*/ 1082180 w 1082180"/>
              <a:gd name="connsiteY5" fmla="*/ 1830718 h 3825380"/>
              <a:gd name="connsiteX6" fmla="*/ 1082180 w 1082180"/>
              <a:gd name="connsiteY6" fmla="*/ 2300693 h 3825380"/>
              <a:gd name="connsiteX7" fmla="*/ 1082180 w 1082180"/>
              <a:gd name="connsiteY7" fmla="*/ 2732414 h 3825380"/>
              <a:gd name="connsiteX8" fmla="*/ 1082180 w 1082180"/>
              <a:gd name="connsiteY8" fmla="*/ 3202390 h 3825380"/>
              <a:gd name="connsiteX9" fmla="*/ 1082180 w 1082180"/>
              <a:gd name="connsiteY9" fmla="*/ 3825380 h 3825380"/>
              <a:gd name="connsiteX10" fmla="*/ 519446 w 1082180"/>
              <a:gd name="connsiteY10" fmla="*/ 3825380 h 3825380"/>
              <a:gd name="connsiteX11" fmla="*/ 0 w 1082180"/>
              <a:gd name="connsiteY11" fmla="*/ 3825380 h 3825380"/>
              <a:gd name="connsiteX12" fmla="*/ 0 w 1082180"/>
              <a:gd name="connsiteY12" fmla="*/ 3355405 h 3825380"/>
              <a:gd name="connsiteX13" fmla="*/ 0 w 1082180"/>
              <a:gd name="connsiteY13" fmla="*/ 2885429 h 3825380"/>
              <a:gd name="connsiteX14" fmla="*/ 0 w 1082180"/>
              <a:gd name="connsiteY14" fmla="*/ 2453708 h 3825380"/>
              <a:gd name="connsiteX15" fmla="*/ 0 w 1082180"/>
              <a:gd name="connsiteY15" fmla="*/ 2021987 h 3825380"/>
              <a:gd name="connsiteX16" fmla="*/ 0 w 1082180"/>
              <a:gd name="connsiteY16" fmla="*/ 1398996 h 3825380"/>
              <a:gd name="connsiteX17" fmla="*/ 0 w 1082180"/>
              <a:gd name="connsiteY17" fmla="*/ 967275 h 3825380"/>
              <a:gd name="connsiteX18" fmla="*/ 0 w 1082180"/>
              <a:gd name="connsiteY18" fmla="*/ 0 h 3825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2180" h="3825380" fill="none" extrusionOk="0">
                <a:moveTo>
                  <a:pt x="0" y="0"/>
                </a:moveTo>
                <a:cubicBezTo>
                  <a:pt x="154147" y="-18243"/>
                  <a:pt x="329551" y="21630"/>
                  <a:pt x="519446" y="0"/>
                </a:cubicBezTo>
                <a:cubicBezTo>
                  <a:pt x="709341" y="-21630"/>
                  <a:pt x="814879" y="24856"/>
                  <a:pt x="1082180" y="0"/>
                </a:cubicBezTo>
                <a:cubicBezTo>
                  <a:pt x="1130713" y="193049"/>
                  <a:pt x="1035218" y="460157"/>
                  <a:pt x="1082180" y="584737"/>
                </a:cubicBezTo>
                <a:cubicBezTo>
                  <a:pt x="1129142" y="709317"/>
                  <a:pt x="1080439" y="1060584"/>
                  <a:pt x="1082180" y="1207727"/>
                </a:cubicBezTo>
                <a:cubicBezTo>
                  <a:pt x="1083921" y="1354870"/>
                  <a:pt x="1023726" y="1650104"/>
                  <a:pt x="1082180" y="1830718"/>
                </a:cubicBezTo>
                <a:cubicBezTo>
                  <a:pt x="1140634" y="2011332"/>
                  <a:pt x="1081927" y="2133348"/>
                  <a:pt x="1082180" y="2300693"/>
                </a:cubicBezTo>
                <a:cubicBezTo>
                  <a:pt x="1082433" y="2468038"/>
                  <a:pt x="1031779" y="2555380"/>
                  <a:pt x="1082180" y="2732414"/>
                </a:cubicBezTo>
                <a:cubicBezTo>
                  <a:pt x="1132581" y="2909448"/>
                  <a:pt x="1028529" y="2977144"/>
                  <a:pt x="1082180" y="3202390"/>
                </a:cubicBezTo>
                <a:cubicBezTo>
                  <a:pt x="1135831" y="3427636"/>
                  <a:pt x="1073702" y="3694699"/>
                  <a:pt x="1082180" y="3825380"/>
                </a:cubicBezTo>
                <a:cubicBezTo>
                  <a:pt x="809668" y="3841247"/>
                  <a:pt x="719532" y="3770196"/>
                  <a:pt x="519446" y="3825380"/>
                </a:cubicBezTo>
                <a:cubicBezTo>
                  <a:pt x="319360" y="3880564"/>
                  <a:pt x="118478" y="3821647"/>
                  <a:pt x="0" y="3825380"/>
                </a:cubicBezTo>
                <a:cubicBezTo>
                  <a:pt x="-37952" y="3674915"/>
                  <a:pt x="51241" y="3567850"/>
                  <a:pt x="0" y="3355405"/>
                </a:cubicBezTo>
                <a:cubicBezTo>
                  <a:pt x="-51241" y="3142960"/>
                  <a:pt x="33101" y="3047655"/>
                  <a:pt x="0" y="2885429"/>
                </a:cubicBezTo>
                <a:cubicBezTo>
                  <a:pt x="-33101" y="2723203"/>
                  <a:pt x="17696" y="2553943"/>
                  <a:pt x="0" y="2453708"/>
                </a:cubicBezTo>
                <a:cubicBezTo>
                  <a:pt x="-17696" y="2353473"/>
                  <a:pt x="23297" y="2225921"/>
                  <a:pt x="0" y="2021987"/>
                </a:cubicBezTo>
                <a:cubicBezTo>
                  <a:pt x="-23297" y="1818053"/>
                  <a:pt x="18188" y="1609213"/>
                  <a:pt x="0" y="1398996"/>
                </a:cubicBezTo>
                <a:cubicBezTo>
                  <a:pt x="-18188" y="1188779"/>
                  <a:pt x="4621" y="1179697"/>
                  <a:pt x="0" y="967275"/>
                </a:cubicBezTo>
                <a:cubicBezTo>
                  <a:pt x="-4621" y="754853"/>
                  <a:pt x="60979" y="239509"/>
                  <a:pt x="0" y="0"/>
                </a:cubicBezTo>
                <a:close/>
              </a:path>
              <a:path w="1082180" h="3825380" stroke="0" extrusionOk="0">
                <a:moveTo>
                  <a:pt x="0" y="0"/>
                </a:moveTo>
                <a:cubicBezTo>
                  <a:pt x="143008" y="-21033"/>
                  <a:pt x="395481" y="54869"/>
                  <a:pt x="562734" y="0"/>
                </a:cubicBezTo>
                <a:cubicBezTo>
                  <a:pt x="729987" y="-54869"/>
                  <a:pt x="977201" y="44739"/>
                  <a:pt x="1082180" y="0"/>
                </a:cubicBezTo>
                <a:cubicBezTo>
                  <a:pt x="1120932" y="169720"/>
                  <a:pt x="1065042" y="374095"/>
                  <a:pt x="1082180" y="469975"/>
                </a:cubicBezTo>
                <a:cubicBezTo>
                  <a:pt x="1099318" y="565855"/>
                  <a:pt x="1067393" y="818270"/>
                  <a:pt x="1082180" y="1092966"/>
                </a:cubicBezTo>
                <a:cubicBezTo>
                  <a:pt x="1096967" y="1367662"/>
                  <a:pt x="1042758" y="1386900"/>
                  <a:pt x="1082180" y="1601195"/>
                </a:cubicBezTo>
                <a:cubicBezTo>
                  <a:pt x="1121602" y="1815490"/>
                  <a:pt x="1030929" y="1944227"/>
                  <a:pt x="1082180" y="2071170"/>
                </a:cubicBezTo>
                <a:cubicBezTo>
                  <a:pt x="1133431" y="2198114"/>
                  <a:pt x="1023783" y="2340361"/>
                  <a:pt x="1082180" y="2579399"/>
                </a:cubicBezTo>
                <a:cubicBezTo>
                  <a:pt x="1140577" y="2818437"/>
                  <a:pt x="1074548" y="2881837"/>
                  <a:pt x="1082180" y="3049374"/>
                </a:cubicBezTo>
                <a:cubicBezTo>
                  <a:pt x="1089812" y="3216912"/>
                  <a:pt x="994095" y="3495464"/>
                  <a:pt x="1082180" y="3825380"/>
                </a:cubicBezTo>
                <a:cubicBezTo>
                  <a:pt x="823571" y="3850091"/>
                  <a:pt x="731181" y="3763564"/>
                  <a:pt x="541090" y="3825380"/>
                </a:cubicBezTo>
                <a:cubicBezTo>
                  <a:pt x="350999" y="3887196"/>
                  <a:pt x="148531" y="3822662"/>
                  <a:pt x="0" y="3825380"/>
                </a:cubicBezTo>
                <a:cubicBezTo>
                  <a:pt x="-2992" y="3656396"/>
                  <a:pt x="9650" y="3375685"/>
                  <a:pt x="0" y="3202390"/>
                </a:cubicBezTo>
                <a:cubicBezTo>
                  <a:pt x="-9650" y="3029095"/>
                  <a:pt x="54211" y="2715214"/>
                  <a:pt x="0" y="2579399"/>
                </a:cubicBezTo>
                <a:cubicBezTo>
                  <a:pt x="-54211" y="2443584"/>
                  <a:pt x="8472" y="2318311"/>
                  <a:pt x="0" y="2109424"/>
                </a:cubicBezTo>
                <a:cubicBezTo>
                  <a:pt x="-8472" y="1900537"/>
                  <a:pt x="13584" y="1865930"/>
                  <a:pt x="0" y="1677702"/>
                </a:cubicBezTo>
                <a:cubicBezTo>
                  <a:pt x="-13584" y="1489474"/>
                  <a:pt x="13808" y="1247738"/>
                  <a:pt x="0" y="1054712"/>
                </a:cubicBezTo>
                <a:cubicBezTo>
                  <a:pt x="-13808" y="861686"/>
                  <a:pt x="24439" y="657164"/>
                  <a:pt x="0" y="469975"/>
                </a:cubicBezTo>
                <a:cubicBezTo>
                  <a:pt x="-24439" y="282786"/>
                  <a:pt x="40776" y="161693"/>
                  <a:pt x="0" y="0"/>
                </a:cubicBezTo>
                <a:close/>
              </a:path>
            </a:pathLst>
          </a:custGeom>
          <a:solidFill>
            <a:schemeClr val="bg1"/>
          </a:solidFill>
          <a:ln>
            <a:extLst>
              <a:ext uri="{C807C97D-BFC1-408E-A445-0C87EB9F89A2}">
                <ask:lineSketchStyleProps xmlns:ask="http://schemas.microsoft.com/office/drawing/2018/sketchyshapes" sd="166924324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D144899-44D1-DCD9-4053-7284FDC6E554}"/>
              </a:ext>
            </a:extLst>
          </p:cNvPr>
          <p:cNvSpPr/>
          <p:nvPr/>
        </p:nvSpPr>
        <p:spPr>
          <a:xfrm>
            <a:off x="4632125" y="2702653"/>
            <a:ext cx="1082180" cy="3825380"/>
          </a:xfrm>
          <a:custGeom>
            <a:avLst/>
            <a:gdLst>
              <a:gd name="connsiteX0" fmla="*/ 0 w 1082180"/>
              <a:gd name="connsiteY0" fmla="*/ 0 h 3825380"/>
              <a:gd name="connsiteX1" fmla="*/ 519446 w 1082180"/>
              <a:gd name="connsiteY1" fmla="*/ 0 h 3825380"/>
              <a:gd name="connsiteX2" fmla="*/ 1082180 w 1082180"/>
              <a:gd name="connsiteY2" fmla="*/ 0 h 3825380"/>
              <a:gd name="connsiteX3" fmla="*/ 1082180 w 1082180"/>
              <a:gd name="connsiteY3" fmla="*/ 584737 h 3825380"/>
              <a:gd name="connsiteX4" fmla="*/ 1082180 w 1082180"/>
              <a:gd name="connsiteY4" fmla="*/ 1207727 h 3825380"/>
              <a:gd name="connsiteX5" fmla="*/ 1082180 w 1082180"/>
              <a:gd name="connsiteY5" fmla="*/ 1830718 h 3825380"/>
              <a:gd name="connsiteX6" fmla="*/ 1082180 w 1082180"/>
              <a:gd name="connsiteY6" fmla="*/ 2300693 h 3825380"/>
              <a:gd name="connsiteX7" fmla="*/ 1082180 w 1082180"/>
              <a:gd name="connsiteY7" fmla="*/ 2732414 h 3825380"/>
              <a:gd name="connsiteX8" fmla="*/ 1082180 w 1082180"/>
              <a:gd name="connsiteY8" fmla="*/ 3202390 h 3825380"/>
              <a:gd name="connsiteX9" fmla="*/ 1082180 w 1082180"/>
              <a:gd name="connsiteY9" fmla="*/ 3825380 h 3825380"/>
              <a:gd name="connsiteX10" fmla="*/ 519446 w 1082180"/>
              <a:gd name="connsiteY10" fmla="*/ 3825380 h 3825380"/>
              <a:gd name="connsiteX11" fmla="*/ 0 w 1082180"/>
              <a:gd name="connsiteY11" fmla="*/ 3825380 h 3825380"/>
              <a:gd name="connsiteX12" fmla="*/ 0 w 1082180"/>
              <a:gd name="connsiteY12" fmla="*/ 3355405 h 3825380"/>
              <a:gd name="connsiteX13" fmla="*/ 0 w 1082180"/>
              <a:gd name="connsiteY13" fmla="*/ 2885429 h 3825380"/>
              <a:gd name="connsiteX14" fmla="*/ 0 w 1082180"/>
              <a:gd name="connsiteY14" fmla="*/ 2453708 h 3825380"/>
              <a:gd name="connsiteX15" fmla="*/ 0 w 1082180"/>
              <a:gd name="connsiteY15" fmla="*/ 2021987 h 3825380"/>
              <a:gd name="connsiteX16" fmla="*/ 0 w 1082180"/>
              <a:gd name="connsiteY16" fmla="*/ 1398996 h 3825380"/>
              <a:gd name="connsiteX17" fmla="*/ 0 w 1082180"/>
              <a:gd name="connsiteY17" fmla="*/ 967275 h 3825380"/>
              <a:gd name="connsiteX18" fmla="*/ 0 w 1082180"/>
              <a:gd name="connsiteY18" fmla="*/ 0 h 3825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2180" h="3825380" fill="none" extrusionOk="0">
                <a:moveTo>
                  <a:pt x="0" y="0"/>
                </a:moveTo>
                <a:cubicBezTo>
                  <a:pt x="154147" y="-18243"/>
                  <a:pt x="329551" y="21630"/>
                  <a:pt x="519446" y="0"/>
                </a:cubicBezTo>
                <a:cubicBezTo>
                  <a:pt x="709341" y="-21630"/>
                  <a:pt x="814879" y="24856"/>
                  <a:pt x="1082180" y="0"/>
                </a:cubicBezTo>
                <a:cubicBezTo>
                  <a:pt x="1130713" y="193049"/>
                  <a:pt x="1035218" y="460157"/>
                  <a:pt x="1082180" y="584737"/>
                </a:cubicBezTo>
                <a:cubicBezTo>
                  <a:pt x="1129142" y="709317"/>
                  <a:pt x="1080439" y="1060584"/>
                  <a:pt x="1082180" y="1207727"/>
                </a:cubicBezTo>
                <a:cubicBezTo>
                  <a:pt x="1083921" y="1354870"/>
                  <a:pt x="1023726" y="1650104"/>
                  <a:pt x="1082180" y="1830718"/>
                </a:cubicBezTo>
                <a:cubicBezTo>
                  <a:pt x="1140634" y="2011332"/>
                  <a:pt x="1081927" y="2133348"/>
                  <a:pt x="1082180" y="2300693"/>
                </a:cubicBezTo>
                <a:cubicBezTo>
                  <a:pt x="1082433" y="2468038"/>
                  <a:pt x="1031779" y="2555380"/>
                  <a:pt x="1082180" y="2732414"/>
                </a:cubicBezTo>
                <a:cubicBezTo>
                  <a:pt x="1132581" y="2909448"/>
                  <a:pt x="1028529" y="2977144"/>
                  <a:pt x="1082180" y="3202390"/>
                </a:cubicBezTo>
                <a:cubicBezTo>
                  <a:pt x="1135831" y="3427636"/>
                  <a:pt x="1073702" y="3694699"/>
                  <a:pt x="1082180" y="3825380"/>
                </a:cubicBezTo>
                <a:cubicBezTo>
                  <a:pt x="809668" y="3841247"/>
                  <a:pt x="719532" y="3770196"/>
                  <a:pt x="519446" y="3825380"/>
                </a:cubicBezTo>
                <a:cubicBezTo>
                  <a:pt x="319360" y="3880564"/>
                  <a:pt x="118478" y="3821647"/>
                  <a:pt x="0" y="3825380"/>
                </a:cubicBezTo>
                <a:cubicBezTo>
                  <a:pt x="-37952" y="3674915"/>
                  <a:pt x="51241" y="3567850"/>
                  <a:pt x="0" y="3355405"/>
                </a:cubicBezTo>
                <a:cubicBezTo>
                  <a:pt x="-51241" y="3142960"/>
                  <a:pt x="33101" y="3047655"/>
                  <a:pt x="0" y="2885429"/>
                </a:cubicBezTo>
                <a:cubicBezTo>
                  <a:pt x="-33101" y="2723203"/>
                  <a:pt x="17696" y="2553943"/>
                  <a:pt x="0" y="2453708"/>
                </a:cubicBezTo>
                <a:cubicBezTo>
                  <a:pt x="-17696" y="2353473"/>
                  <a:pt x="23297" y="2225921"/>
                  <a:pt x="0" y="2021987"/>
                </a:cubicBezTo>
                <a:cubicBezTo>
                  <a:pt x="-23297" y="1818053"/>
                  <a:pt x="18188" y="1609213"/>
                  <a:pt x="0" y="1398996"/>
                </a:cubicBezTo>
                <a:cubicBezTo>
                  <a:pt x="-18188" y="1188779"/>
                  <a:pt x="4621" y="1179697"/>
                  <a:pt x="0" y="967275"/>
                </a:cubicBezTo>
                <a:cubicBezTo>
                  <a:pt x="-4621" y="754853"/>
                  <a:pt x="60979" y="239509"/>
                  <a:pt x="0" y="0"/>
                </a:cubicBezTo>
                <a:close/>
              </a:path>
              <a:path w="1082180" h="3825380" stroke="0" extrusionOk="0">
                <a:moveTo>
                  <a:pt x="0" y="0"/>
                </a:moveTo>
                <a:cubicBezTo>
                  <a:pt x="143008" y="-21033"/>
                  <a:pt x="395481" y="54869"/>
                  <a:pt x="562734" y="0"/>
                </a:cubicBezTo>
                <a:cubicBezTo>
                  <a:pt x="729987" y="-54869"/>
                  <a:pt x="977201" y="44739"/>
                  <a:pt x="1082180" y="0"/>
                </a:cubicBezTo>
                <a:cubicBezTo>
                  <a:pt x="1120932" y="169720"/>
                  <a:pt x="1065042" y="374095"/>
                  <a:pt x="1082180" y="469975"/>
                </a:cubicBezTo>
                <a:cubicBezTo>
                  <a:pt x="1099318" y="565855"/>
                  <a:pt x="1067393" y="818270"/>
                  <a:pt x="1082180" y="1092966"/>
                </a:cubicBezTo>
                <a:cubicBezTo>
                  <a:pt x="1096967" y="1367662"/>
                  <a:pt x="1042758" y="1386900"/>
                  <a:pt x="1082180" y="1601195"/>
                </a:cubicBezTo>
                <a:cubicBezTo>
                  <a:pt x="1121602" y="1815490"/>
                  <a:pt x="1030929" y="1944227"/>
                  <a:pt x="1082180" y="2071170"/>
                </a:cubicBezTo>
                <a:cubicBezTo>
                  <a:pt x="1133431" y="2198114"/>
                  <a:pt x="1023783" y="2340361"/>
                  <a:pt x="1082180" y="2579399"/>
                </a:cubicBezTo>
                <a:cubicBezTo>
                  <a:pt x="1140577" y="2818437"/>
                  <a:pt x="1074548" y="2881837"/>
                  <a:pt x="1082180" y="3049374"/>
                </a:cubicBezTo>
                <a:cubicBezTo>
                  <a:pt x="1089812" y="3216912"/>
                  <a:pt x="994095" y="3495464"/>
                  <a:pt x="1082180" y="3825380"/>
                </a:cubicBezTo>
                <a:cubicBezTo>
                  <a:pt x="823571" y="3850091"/>
                  <a:pt x="731181" y="3763564"/>
                  <a:pt x="541090" y="3825380"/>
                </a:cubicBezTo>
                <a:cubicBezTo>
                  <a:pt x="350999" y="3887196"/>
                  <a:pt x="148531" y="3822662"/>
                  <a:pt x="0" y="3825380"/>
                </a:cubicBezTo>
                <a:cubicBezTo>
                  <a:pt x="-2992" y="3656396"/>
                  <a:pt x="9650" y="3375685"/>
                  <a:pt x="0" y="3202390"/>
                </a:cubicBezTo>
                <a:cubicBezTo>
                  <a:pt x="-9650" y="3029095"/>
                  <a:pt x="54211" y="2715214"/>
                  <a:pt x="0" y="2579399"/>
                </a:cubicBezTo>
                <a:cubicBezTo>
                  <a:pt x="-54211" y="2443584"/>
                  <a:pt x="8472" y="2318311"/>
                  <a:pt x="0" y="2109424"/>
                </a:cubicBezTo>
                <a:cubicBezTo>
                  <a:pt x="-8472" y="1900537"/>
                  <a:pt x="13584" y="1865930"/>
                  <a:pt x="0" y="1677702"/>
                </a:cubicBezTo>
                <a:cubicBezTo>
                  <a:pt x="-13584" y="1489474"/>
                  <a:pt x="13808" y="1247738"/>
                  <a:pt x="0" y="1054712"/>
                </a:cubicBezTo>
                <a:cubicBezTo>
                  <a:pt x="-13808" y="861686"/>
                  <a:pt x="24439" y="657164"/>
                  <a:pt x="0" y="469975"/>
                </a:cubicBezTo>
                <a:cubicBezTo>
                  <a:pt x="-24439" y="282786"/>
                  <a:pt x="40776" y="161693"/>
                  <a:pt x="0" y="0"/>
                </a:cubicBezTo>
                <a:close/>
              </a:path>
            </a:pathLst>
          </a:custGeom>
          <a:solidFill>
            <a:schemeClr val="bg1"/>
          </a:solidFill>
          <a:ln>
            <a:extLst>
              <a:ext uri="{C807C97D-BFC1-408E-A445-0C87EB9F89A2}">
                <ask:lineSketchStyleProps xmlns:ask="http://schemas.microsoft.com/office/drawing/2018/sketchyshapes" sd="166924324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6D9BF3-EF9E-6BCC-BEB2-56053777493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4D8D25A-283F-F559-6778-B92B40047ADE}"/>
              </a:ext>
            </a:extLst>
          </p:cNvPr>
          <p:cNvSpPr>
            <a:spLocks noGrp="1"/>
          </p:cNvSpPr>
          <p:nvPr>
            <p:ph idx="1"/>
          </p:nvPr>
        </p:nvSpPr>
        <p:spPr>
          <a:xfrm>
            <a:off x="842348" y="1523776"/>
            <a:ext cx="10567630" cy="1166616"/>
          </a:xfrm>
        </p:spPr>
        <p:txBody>
          <a:bodyPr>
            <a:normAutofit/>
          </a:bodyPr>
          <a:lstStyle/>
          <a:p>
            <a:r>
              <a:rPr lang="en-US" sz="2000" dirty="0"/>
              <a:t>Now, we need to calculate the Gini Impurity for the Age.</a:t>
            </a:r>
          </a:p>
          <a:p>
            <a:r>
              <a:rPr lang="en-US" sz="2000" dirty="0"/>
              <a:t>First, Sort the rows by the value of Age. Then, Calculate the average Age for each adjacent rows.</a:t>
            </a:r>
          </a:p>
        </p:txBody>
      </p:sp>
      <p:sp>
        <p:nvSpPr>
          <p:cNvPr id="4" name="Slide Number Placeholder 3">
            <a:extLst>
              <a:ext uri="{FF2B5EF4-FFF2-40B4-BE49-F238E27FC236}">
                <a16:creationId xmlns:a16="http://schemas.microsoft.com/office/drawing/2014/main" id="{A8EE88C7-8BEF-B45D-2330-36D6D7A3C00A}"/>
              </a:ext>
            </a:extLst>
          </p:cNvPr>
          <p:cNvSpPr>
            <a:spLocks noGrp="1"/>
          </p:cNvSpPr>
          <p:nvPr>
            <p:ph type="sldNum" sz="quarter" idx="12"/>
          </p:nvPr>
        </p:nvSpPr>
        <p:spPr/>
        <p:txBody>
          <a:bodyPr/>
          <a:lstStyle/>
          <a:p>
            <a:fld id="{8D85F329-02EE-4F4A-8B74-A22642379FE5}" type="slidenum">
              <a:rPr lang="en-US" smtClean="0"/>
              <a:t>28</a:t>
            </a:fld>
            <a:endParaRPr lang="en-US"/>
          </a:p>
        </p:txBody>
      </p:sp>
      <p:graphicFrame>
        <p:nvGraphicFramePr>
          <p:cNvPr id="17" name="Table 5">
            <a:extLst>
              <a:ext uri="{FF2B5EF4-FFF2-40B4-BE49-F238E27FC236}">
                <a16:creationId xmlns:a16="http://schemas.microsoft.com/office/drawing/2014/main" id="{0F0FFB04-F793-6956-72C2-F1718AB69D57}"/>
              </a:ext>
            </a:extLst>
          </p:cNvPr>
          <p:cNvGraphicFramePr>
            <a:graphicFrameLocks noGrp="1"/>
          </p:cNvGraphicFramePr>
          <p:nvPr/>
        </p:nvGraphicFramePr>
        <p:xfrm>
          <a:off x="842347" y="2882491"/>
          <a:ext cx="4929280" cy="3473860"/>
        </p:xfrm>
        <a:graphic>
          <a:graphicData uri="http://schemas.openxmlformats.org/drawingml/2006/table">
            <a:tbl>
              <a:tblPr firstRow="1" bandRow="1">
                <a:tableStyleId>{5940675A-B579-460E-94D1-54222C63F5DA}</a:tableStyleId>
              </a:tblPr>
              <a:tblGrid>
                <a:gridCol w="1232320">
                  <a:extLst>
                    <a:ext uri="{9D8B030D-6E8A-4147-A177-3AD203B41FA5}">
                      <a16:colId xmlns:a16="http://schemas.microsoft.com/office/drawing/2014/main" val="3970593616"/>
                    </a:ext>
                  </a:extLst>
                </a:gridCol>
                <a:gridCol w="1232320">
                  <a:extLst>
                    <a:ext uri="{9D8B030D-6E8A-4147-A177-3AD203B41FA5}">
                      <a16:colId xmlns:a16="http://schemas.microsoft.com/office/drawing/2014/main" val="2934454268"/>
                    </a:ext>
                  </a:extLst>
                </a:gridCol>
                <a:gridCol w="1232320">
                  <a:extLst>
                    <a:ext uri="{9D8B030D-6E8A-4147-A177-3AD203B41FA5}">
                      <a16:colId xmlns:a16="http://schemas.microsoft.com/office/drawing/2014/main" val="652247648"/>
                    </a:ext>
                  </a:extLst>
                </a:gridCol>
                <a:gridCol w="1232320">
                  <a:extLst>
                    <a:ext uri="{9D8B030D-6E8A-4147-A177-3AD203B41FA5}">
                      <a16:colId xmlns:a16="http://schemas.microsoft.com/office/drawing/2014/main" val="2616932534"/>
                    </a:ext>
                  </a:extLst>
                </a:gridCol>
              </a:tblGrid>
              <a:tr h="378700">
                <a:tc>
                  <a:txBody>
                    <a:bodyPr/>
                    <a:lstStyle/>
                    <a:p>
                      <a:pPr algn="ctr"/>
                      <a:r>
                        <a:rPr lang="en-US" sz="2400" b="1" dirty="0">
                          <a:solidFill>
                            <a:schemeClr val="accent2">
                              <a:lumMod val="75000"/>
                            </a:schemeClr>
                          </a:solidFill>
                        </a:rPr>
                        <a:t>Loves Popcorn</a:t>
                      </a:r>
                      <a:endParaRPr lang="en-US" sz="2400" b="1" dirty="0"/>
                    </a:p>
                  </a:txBody>
                  <a:tcPr/>
                </a:tc>
                <a:tc>
                  <a:txBody>
                    <a:bodyPr/>
                    <a:lstStyle/>
                    <a:p>
                      <a:pPr algn="ctr"/>
                      <a:r>
                        <a:rPr lang="en-US" sz="2400" b="1" dirty="0">
                          <a:solidFill>
                            <a:schemeClr val="accent2">
                              <a:lumMod val="75000"/>
                            </a:schemeClr>
                          </a:solidFill>
                        </a:rPr>
                        <a:t>Loves Soda</a:t>
                      </a:r>
                      <a:endParaRPr lang="en-US" sz="2400" b="1" dirty="0"/>
                    </a:p>
                  </a:txBody>
                  <a:tcPr/>
                </a:tc>
                <a:tc>
                  <a:txBody>
                    <a:bodyPr/>
                    <a:lstStyle/>
                    <a:p>
                      <a:pPr algn="ctr"/>
                      <a:r>
                        <a:rPr lang="en-US" sz="2400" b="1" dirty="0">
                          <a:solidFill>
                            <a:schemeClr val="accent2">
                              <a:lumMod val="75000"/>
                            </a:schemeClr>
                          </a:solidFill>
                        </a:rPr>
                        <a:t>Age</a:t>
                      </a:r>
                      <a:endParaRPr lang="en-US" sz="2400" b="1" dirty="0"/>
                    </a:p>
                  </a:txBody>
                  <a:tcPr/>
                </a:tc>
                <a:tc>
                  <a:txBody>
                    <a:bodyPr/>
                    <a:lstStyle/>
                    <a:p>
                      <a:pPr algn="ctr"/>
                      <a:r>
                        <a:rPr lang="en-US" sz="2400" b="1" dirty="0">
                          <a:solidFill>
                            <a:srgbClr val="00B050"/>
                          </a:solidFill>
                        </a:rPr>
                        <a:t>Music 1</a:t>
                      </a:r>
                      <a:endParaRPr lang="en-US" sz="2400" b="1" dirty="0"/>
                    </a:p>
                  </a:txBody>
                  <a:tcPr/>
                </a:tc>
                <a:extLst>
                  <a:ext uri="{0D108BD9-81ED-4DB2-BD59-A6C34878D82A}">
                    <a16:rowId xmlns:a16="http://schemas.microsoft.com/office/drawing/2014/main" val="939989933"/>
                  </a:ext>
                </a:extLst>
              </a:tr>
              <a:tr h="378700">
                <a:tc>
                  <a:txBody>
                    <a:bodyPr/>
                    <a:lstStyle/>
                    <a:p>
                      <a:pPr algn="ctr"/>
                      <a:r>
                        <a:rPr lang="en-US" dirty="0"/>
                        <a:t>Yes</a:t>
                      </a:r>
                    </a:p>
                  </a:txBody>
                  <a:tcPr/>
                </a:tc>
                <a:tc>
                  <a:txBody>
                    <a:bodyPr/>
                    <a:lstStyle/>
                    <a:p>
                      <a:pPr algn="ctr"/>
                      <a:r>
                        <a:rPr lang="en-US" dirty="0"/>
                        <a:t>Yes</a:t>
                      </a:r>
                    </a:p>
                  </a:txBody>
                  <a:tcPr/>
                </a:tc>
                <a:tc>
                  <a:txBody>
                    <a:bodyPr/>
                    <a:lstStyle/>
                    <a:p>
                      <a:pPr algn="ctr"/>
                      <a:r>
                        <a:rPr lang="en-US" dirty="0"/>
                        <a:t>7</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808463981"/>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118996182"/>
                  </a:ext>
                </a:extLst>
              </a:tr>
              <a:tr h="378700">
                <a:tc>
                  <a:txBody>
                    <a:bodyPr/>
                    <a:lstStyle/>
                    <a:p>
                      <a:pPr algn="ctr"/>
                      <a:r>
                        <a:rPr lang="en-US" dirty="0"/>
                        <a:t>No</a:t>
                      </a:r>
                    </a:p>
                  </a:txBody>
                  <a:tcPr/>
                </a:tc>
                <a:tc>
                  <a:txBody>
                    <a:bodyPr/>
                    <a:lstStyle/>
                    <a:p>
                      <a:pPr algn="ctr"/>
                      <a:r>
                        <a:rPr lang="en-US" dirty="0"/>
                        <a:t>Yes</a:t>
                      </a:r>
                    </a:p>
                  </a:txBody>
                  <a:tcPr/>
                </a:tc>
                <a:tc>
                  <a:txBody>
                    <a:bodyPr/>
                    <a:lstStyle/>
                    <a:p>
                      <a:pPr algn="ctr"/>
                      <a:r>
                        <a:rPr lang="en-US" dirty="0"/>
                        <a:t>18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3118641281"/>
                  </a:ext>
                </a:extLst>
              </a:tr>
              <a:tr h="378700">
                <a:tc>
                  <a:txBody>
                    <a:bodyPr/>
                    <a:lstStyle/>
                    <a:p>
                      <a:pPr algn="ctr"/>
                      <a:r>
                        <a:rPr lang="en-US" dirty="0"/>
                        <a:t>No</a:t>
                      </a:r>
                    </a:p>
                  </a:txBody>
                  <a:tcPr/>
                </a:tc>
                <a:tc>
                  <a:txBody>
                    <a:bodyPr/>
                    <a:lstStyle/>
                    <a:p>
                      <a:pPr algn="ctr"/>
                      <a:r>
                        <a:rPr lang="en-US" dirty="0"/>
                        <a:t>Yes</a:t>
                      </a:r>
                    </a:p>
                  </a:txBody>
                  <a:tcPr/>
                </a:tc>
                <a:tc>
                  <a:txBody>
                    <a:bodyPr/>
                    <a:lstStyle/>
                    <a:p>
                      <a:pPr algn="ctr"/>
                      <a:r>
                        <a:rPr lang="en-US" dirty="0"/>
                        <a:t>35</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871524058"/>
                  </a:ext>
                </a:extLst>
              </a:tr>
              <a:tr h="378700">
                <a:tc>
                  <a:txBody>
                    <a:bodyPr/>
                    <a:lstStyle/>
                    <a:p>
                      <a:pPr algn="ctr"/>
                      <a:r>
                        <a:rPr lang="en-US" dirty="0"/>
                        <a:t>Yes</a:t>
                      </a:r>
                    </a:p>
                  </a:txBody>
                  <a:tcPr/>
                </a:tc>
                <a:tc>
                  <a:txBody>
                    <a:bodyPr/>
                    <a:lstStyle/>
                    <a:p>
                      <a:pPr algn="ctr"/>
                      <a:r>
                        <a:rPr lang="en-US" dirty="0"/>
                        <a:t>Yes</a:t>
                      </a:r>
                    </a:p>
                  </a:txBody>
                  <a:tcPr/>
                </a:tc>
                <a:tc>
                  <a:txBody>
                    <a:bodyPr/>
                    <a:lstStyle/>
                    <a:p>
                      <a:pPr algn="ctr"/>
                      <a:r>
                        <a:rPr lang="en-US" dirty="0"/>
                        <a:t>38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4182765875"/>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262163810"/>
                  </a:ext>
                </a:extLst>
              </a:tr>
              <a:tr h="378700">
                <a:tc>
                  <a:txBody>
                    <a:bodyPr/>
                    <a:lstStyle/>
                    <a:p>
                      <a:pPr algn="ctr"/>
                      <a:r>
                        <a:rPr lang="en-US" dirty="0"/>
                        <a:t>No</a:t>
                      </a:r>
                    </a:p>
                  </a:txBody>
                  <a:tcPr/>
                </a:tc>
                <a:tc>
                  <a:txBody>
                    <a:bodyPr/>
                    <a:lstStyle/>
                    <a:p>
                      <a:pPr algn="ctr"/>
                      <a:r>
                        <a:rPr lang="en-US" dirty="0"/>
                        <a:t>No</a:t>
                      </a:r>
                    </a:p>
                  </a:txBody>
                  <a:tcPr/>
                </a:tc>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185019788"/>
                  </a:ext>
                </a:extLst>
              </a:tr>
            </a:tbl>
          </a:graphicData>
        </a:graphic>
      </p:graphicFrame>
      <p:graphicFrame>
        <p:nvGraphicFramePr>
          <p:cNvPr id="11" name="Table 12">
            <a:extLst>
              <a:ext uri="{FF2B5EF4-FFF2-40B4-BE49-F238E27FC236}">
                <a16:creationId xmlns:a16="http://schemas.microsoft.com/office/drawing/2014/main" id="{39CE73E3-4D0D-0DF8-8AE4-936062454B26}"/>
              </a:ext>
            </a:extLst>
          </p:cNvPr>
          <p:cNvGraphicFramePr>
            <a:graphicFrameLocks noGrp="1"/>
          </p:cNvGraphicFramePr>
          <p:nvPr/>
        </p:nvGraphicFramePr>
        <p:xfrm>
          <a:off x="7943132" y="2862074"/>
          <a:ext cx="2772364" cy="3547984"/>
        </p:xfrm>
        <a:graphic>
          <a:graphicData uri="http://schemas.openxmlformats.org/drawingml/2006/table">
            <a:tbl>
              <a:tblPr firstRow="1" bandRow="1">
                <a:tableStyleId>{5940675A-B579-460E-94D1-54222C63F5DA}</a:tableStyleId>
              </a:tblPr>
              <a:tblGrid>
                <a:gridCol w="1386182">
                  <a:extLst>
                    <a:ext uri="{9D8B030D-6E8A-4147-A177-3AD203B41FA5}">
                      <a16:colId xmlns:a16="http://schemas.microsoft.com/office/drawing/2014/main" val="4021134789"/>
                    </a:ext>
                  </a:extLst>
                </a:gridCol>
                <a:gridCol w="1386182">
                  <a:extLst>
                    <a:ext uri="{9D8B030D-6E8A-4147-A177-3AD203B41FA5}">
                      <a16:colId xmlns:a16="http://schemas.microsoft.com/office/drawing/2014/main" val="3016198533"/>
                    </a:ext>
                  </a:extLst>
                </a:gridCol>
              </a:tblGrid>
              <a:tr h="6778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D7D31">
                              <a:lumMod val="75000"/>
                            </a:srgbClr>
                          </a:solidFill>
                          <a:effectLst/>
                          <a:uLnTx/>
                          <a:uFillTx/>
                          <a:latin typeface="+mn-lt"/>
                          <a:ea typeface="+mn-ea"/>
                          <a:cs typeface="+mn-cs"/>
                        </a:rPr>
                        <a:t>Age</a:t>
                      </a:r>
                      <a:endParaRPr kumimoji="0" lang="en-US" sz="24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B050"/>
                          </a:solidFill>
                          <a:effectLst/>
                          <a:uLnTx/>
                          <a:uFillTx/>
                          <a:latin typeface="+mn-lt"/>
                          <a:ea typeface="+mn-ea"/>
                          <a:cs typeface="+mn-cs"/>
                        </a:rPr>
                        <a:t>Music 1</a:t>
                      </a:r>
                      <a:endParaRPr kumimoji="0" lang="en-US" sz="2400" b="1" i="0" u="none" strike="noStrike" kern="1200" cap="none" spc="0" normalizeH="0" baseline="0" noProof="0" dirty="0">
                        <a:ln>
                          <a:noFill/>
                        </a:ln>
                        <a:solidFill>
                          <a:prstClr val="black"/>
                        </a:solidFill>
                        <a:effectLst/>
                        <a:uLnTx/>
                        <a:uFillTx/>
                        <a:latin typeface="+mn-lt"/>
                        <a:ea typeface="+mn-ea"/>
                        <a:cs typeface="+mn-cs"/>
                      </a:endParaRPr>
                    </a:p>
                    <a:p>
                      <a:endParaRPr lang="en-US" dirty="0"/>
                    </a:p>
                  </a:txBody>
                  <a:tcPr/>
                </a:tc>
                <a:extLst>
                  <a:ext uri="{0D108BD9-81ED-4DB2-BD59-A6C34878D82A}">
                    <a16:rowId xmlns:a16="http://schemas.microsoft.com/office/drawing/2014/main" val="2959848697"/>
                  </a:ext>
                </a:extLst>
              </a:tr>
              <a:tr h="402352">
                <a:tc>
                  <a:txBody>
                    <a:bodyPr/>
                    <a:lstStyle/>
                    <a:p>
                      <a:pPr algn="ctr"/>
                      <a:r>
                        <a:rPr lang="en-US" dirty="0"/>
                        <a:t>7</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1552331818"/>
                  </a:ext>
                </a:extLst>
              </a:tr>
              <a:tr h="402352">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1383518029"/>
                  </a:ext>
                </a:extLst>
              </a:tr>
              <a:tr h="402352">
                <a:tc>
                  <a:txBody>
                    <a:bodyPr/>
                    <a:lstStyle/>
                    <a:p>
                      <a:pPr algn="ctr"/>
                      <a:r>
                        <a:rPr lang="en-US" dirty="0"/>
                        <a:t>18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2210285989"/>
                  </a:ext>
                </a:extLst>
              </a:tr>
              <a:tr h="402352">
                <a:tc>
                  <a:txBody>
                    <a:bodyPr/>
                    <a:lstStyle/>
                    <a:p>
                      <a:pPr algn="ctr"/>
                      <a:r>
                        <a:rPr lang="en-US" dirty="0"/>
                        <a:t>35</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1561696225"/>
                  </a:ext>
                </a:extLst>
              </a:tr>
              <a:tr h="402352">
                <a:tc>
                  <a:txBody>
                    <a:bodyPr/>
                    <a:lstStyle/>
                    <a:p>
                      <a:pPr algn="ctr"/>
                      <a:r>
                        <a:rPr lang="en-US" dirty="0"/>
                        <a:t>38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1378073151"/>
                  </a:ext>
                </a:extLst>
              </a:tr>
              <a:tr h="402352">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2453305587"/>
                  </a:ext>
                </a:extLst>
              </a:tr>
              <a:tr h="402352">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2585998506"/>
                  </a:ext>
                </a:extLst>
              </a:tr>
            </a:tbl>
          </a:graphicData>
        </a:graphic>
      </p:graphicFrame>
      <p:sp>
        <p:nvSpPr>
          <p:cNvPr id="13" name="TextBox 12">
            <a:extLst>
              <a:ext uri="{FF2B5EF4-FFF2-40B4-BE49-F238E27FC236}">
                <a16:creationId xmlns:a16="http://schemas.microsoft.com/office/drawing/2014/main" id="{59FD6CB6-2579-3869-8229-C2A9F6E0CCD6}"/>
              </a:ext>
            </a:extLst>
          </p:cNvPr>
          <p:cNvSpPr txBox="1"/>
          <p:nvPr/>
        </p:nvSpPr>
        <p:spPr>
          <a:xfrm>
            <a:off x="7461928" y="3783482"/>
            <a:ext cx="538526" cy="425822"/>
          </a:xfrm>
          <a:prstGeom prst="rect">
            <a:avLst/>
          </a:prstGeom>
          <a:noFill/>
        </p:spPr>
        <p:txBody>
          <a:bodyPr wrap="square" rtlCol="0">
            <a:spAutoFit/>
          </a:bodyPr>
          <a:lstStyle/>
          <a:p>
            <a:r>
              <a:rPr lang="en-US" dirty="0"/>
              <a:t>9.5</a:t>
            </a:r>
          </a:p>
        </p:txBody>
      </p:sp>
      <p:sp>
        <p:nvSpPr>
          <p:cNvPr id="14" name="TextBox 13">
            <a:extLst>
              <a:ext uri="{FF2B5EF4-FFF2-40B4-BE49-F238E27FC236}">
                <a16:creationId xmlns:a16="http://schemas.microsoft.com/office/drawing/2014/main" id="{CB729CE4-CFCC-D81C-8054-AB4B78DAFD03}"/>
              </a:ext>
            </a:extLst>
          </p:cNvPr>
          <p:cNvSpPr txBox="1"/>
          <p:nvPr/>
        </p:nvSpPr>
        <p:spPr>
          <a:xfrm>
            <a:off x="7323589" y="5787014"/>
            <a:ext cx="712402" cy="425822"/>
          </a:xfrm>
          <a:prstGeom prst="rect">
            <a:avLst/>
          </a:prstGeom>
          <a:noFill/>
        </p:spPr>
        <p:txBody>
          <a:bodyPr wrap="square" rtlCol="0">
            <a:spAutoFit/>
          </a:bodyPr>
          <a:lstStyle/>
          <a:p>
            <a:r>
              <a:rPr lang="en-US" dirty="0"/>
              <a:t>66.5</a:t>
            </a:r>
          </a:p>
        </p:txBody>
      </p:sp>
      <p:sp>
        <p:nvSpPr>
          <p:cNvPr id="20" name="TextBox 19">
            <a:extLst>
              <a:ext uri="{FF2B5EF4-FFF2-40B4-BE49-F238E27FC236}">
                <a16:creationId xmlns:a16="http://schemas.microsoft.com/office/drawing/2014/main" id="{905F59B2-31DC-247A-CF04-DD821D607152}"/>
              </a:ext>
            </a:extLst>
          </p:cNvPr>
          <p:cNvSpPr txBox="1"/>
          <p:nvPr/>
        </p:nvSpPr>
        <p:spPr>
          <a:xfrm>
            <a:off x="7323589" y="4582817"/>
            <a:ext cx="712402" cy="425822"/>
          </a:xfrm>
          <a:prstGeom prst="rect">
            <a:avLst/>
          </a:prstGeom>
          <a:noFill/>
        </p:spPr>
        <p:txBody>
          <a:bodyPr wrap="square" rtlCol="0">
            <a:spAutoFit/>
          </a:bodyPr>
          <a:lstStyle/>
          <a:p>
            <a:r>
              <a:rPr lang="en-US" dirty="0"/>
              <a:t>26.5</a:t>
            </a:r>
          </a:p>
        </p:txBody>
      </p:sp>
      <p:sp>
        <p:nvSpPr>
          <p:cNvPr id="21" name="TextBox 20">
            <a:extLst>
              <a:ext uri="{FF2B5EF4-FFF2-40B4-BE49-F238E27FC236}">
                <a16:creationId xmlns:a16="http://schemas.microsoft.com/office/drawing/2014/main" id="{A2848C0C-AACD-32D2-70BC-1E7B9D3C8132}"/>
              </a:ext>
            </a:extLst>
          </p:cNvPr>
          <p:cNvSpPr txBox="1"/>
          <p:nvPr/>
        </p:nvSpPr>
        <p:spPr>
          <a:xfrm>
            <a:off x="7323589" y="4985667"/>
            <a:ext cx="712402" cy="425822"/>
          </a:xfrm>
          <a:prstGeom prst="rect">
            <a:avLst/>
          </a:prstGeom>
          <a:noFill/>
        </p:spPr>
        <p:txBody>
          <a:bodyPr wrap="square" rtlCol="0">
            <a:spAutoFit/>
          </a:bodyPr>
          <a:lstStyle/>
          <a:p>
            <a:r>
              <a:rPr lang="en-US" dirty="0"/>
              <a:t>36.5</a:t>
            </a:r>
          </a:p>
        </p:txBody>
      </p:sp>
      <p:sp>
        <p:nvSpPr>
          <p:cNvPr id="22" name="TextBox 21">
            <a:extLst>
              <a:ext uri="{FF2B5EF4-FFF2-40B4-BE49-F238E27FC236}">
                <a16:creationId xmlns:a16="http://schemas.microsoft.com/office/drawing/2014/main" id="{00C7212D-EC9A-E507-F7E4-5575C350502F}"/>
              </a:ext>
            </a:extLst>
          </p:cNvPr>
          <p:cNvSpPr txBox="1"/>
          <p:nvPr/>
        </p:nvSpPr>
        <p:spPr>
          <a:xfrm>
            <a:off x="7498201" y="5389982"/>
            <a:ext cx="538526" cy="425822"/>
          </a:xfrm>
          <a:prstGeom prst="rect">
            <a:avLst/>
          </a:prstGeom>
          <a:noFill/>
        </p:spPr>
        <p:txBody>
          <a:bodyPr wrap="square" rtlCol="0">
            <a:spAutoFit/>
          </a:bodyPr>
          <a:lstStyle/>
          <a:p>
            <a:r>
              <a:rPr lang="en-US" dirty="0"/>
              <a:t>44</a:t>
            </a:r>
          </a:p>
        </p:txBody>
      </p:sp>
      <p:sp>
        <p:nvSpPr>
          <p:cNvPr id="23" name="TextBox 22">
            <a:extLst>
              <a:ext uri="{FF2B5EF4-FFF2-40B4-BE49-F238E27FC236}">
                <a16:creationId xmlns:a16="http://schemas.microsoft.com/office/drawing/2014/main" id="{650084B1-E0DF-0947-5984-6911E237F975}"/>
              </a:ext>
            </a:extLst>
          </p:cNvPr>
          <p:cNvSpPr txBox="1"/>
          <p:nvPr/>
        </p:nvSpPr>
        <p:spPr>
          <a:xfrm>
            <a:off x="7480142" y="4179235"/>
            <a:ext cx="538526" cy="425822"/>
          </a:xfrm>
          <a:prstGeom prst="rect">
            <a:avLst/>
          </a:prstGeom>
          <a:noFill/>
        </p:spPr>
        <p:txBody>
          <a:bodyPr wrap="square" rtlCol="0">
            <a:spAutoFit/>
          </a:bodyPr>
          <a:lstStyle/>
          <a:p>
            <a:r>
              <a:rPr lang="en-US" dirty="0"/>
              <a:t>15</a:t>
            </a:r>
          </a:p>
        </p:txBody>
      </p:sp>
    </p:spTree>
    <p:extLst>
      <p:ext uri="{BB962C8B-B14F-4D97-AF65-F5344CB8AC3E}">
        <p14:creationId xmlns:p14="http://schemas.microsoft.com/office/powerpoint/2010/main" val="1444814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D9BF3-EF9E-6BCC-BEB2-56053777493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4D8D25A-283F-F559-6778-B92B40047ADE}"/>
              </a:ext>
            </a:extLst>
          </p:cNvPr>
          <p:cNvSpPr>
            <a:spLocks noGrp="1"/>
          </p:cNvSpPr>
          <p:nvPr>
            <p:ph idx="1"/>
          </p:nvPr>
        </p:nvSpPr>
        <p:spPr>
          <a:xfrm>
            <a:off x="842348" y="1523776"/>
            <a:ext cx="10567630" cy="1166616"/>
          </a:xfrm>
        </p:spPr>
        <p:txBody>
          <a:bodyPr>
            <a:normAutofit lnSpcReduction="10000"/>
          </a:bodyPr>
          <a:lstStyle/>
          <a:p>
            <a:r>
              <a:rPr lang="en-US" sz="2000" dirty="0"/>
              <a:t>Calculate the Gini Impurity for each average value.</a:t>
            </a:r>
          </a:p>
          <a:p>
            <a:r>
              <a:rPr lang="en-US" sz="2000" dirty="0"/>
              <a:t>The first average age is 9.5, so we use 9.5 as the threshold for splitting the rows into 2 leaves.</a:t>
            </a:r>
          </a:p>
          <a:p>
            <a:r>
              <a:rPr lang="en-US" sz="2000" dirty="0"/>
              <a:t>Total Gini Impurity = 0.429</a:t>
            </a:r>
          </a:p>
        </p:txBody>
      </p:sp>
      <p:sp>
        <p:nvSpPr>
          <p:cNvPr id="4" name="Slide Number Placeholder 3">
            <a:extLst>
              <a:ext uri="{FF2B5EF4-FFF2-40B4-BE49-F238E27FC236}">
                <a16:creationId xmlns:a16="http://schemas.microsoft.com/office/drawing/2014/main" id="{A8EE88C7-8BEF-B45D-2330-36D6D7A3C00A}"/>
              </a:ext>
            </a:extLst>
          </p:cNvPr>
          <p:cNvSpPr>
            <a:spLocks noGrp="1"/>
          </p:cNvSpPr>
          <p:nvPr>
            <p:ph type="sldNum" sz="quarter" idx="12"/>
          </p:nvPr>
        </p:nvSpPr>
        <p:spPr/>
        <p:txBody>
          <a:bodyPr/>
          <a:lstStyle/>
          <a:p>
            <a:fld id="{8D85F329-02EE-4F4A-8B74-A22642379FE5}" type="slidenum">
              <a:rPr lang="en-US" smtClean="0"/>
              <a:t>29</a:t>
            </a:fld>
            <a:endParaRPr lang="en-US"/>
          </a:p>
        </p:txBody>
      </p:sp>
      <p:graphicFrame>
        <p:nvGraphicFramePr>
          <p:cNvPr id="11" name="Table 12">
            <a:extLst>
              <a:ext uri="{FF2B5EF4-FFF2-40B4-BE49-F238E27FC236}">
                <a16:creationId xmlns:a16="http://schemas.microsoft.com/office/drawing/2014/main" id="{39CE73E3-4D0D-0DF8-8AE4-936062454B26}"/>
              </a:ext>
            </a:extLst>
          </p:cNvPr>
          <p:cNvGraphicFramePr>
            <a:graphicFrameLocks noGrp="1"/>
          </p:cNvGraphicFramePr>
          <p:nvPr/>
        </p:nvGraphicFramePr>
        <p:xfrm>
          <a:off x="1013818" y="2862074"/>
          <a:ext cx="2772364" cy="3547984"/>
        </p:xfrm>
        <a:graphic>
          <a:graphicData uri="http://schemas.openxmlformats.org/drawingml/2006/table">
            <a:tbl>
              <a:tblPr firstRow="1" bandRow="1">
                <a:tableStyleId>{5940675A-B579-460E-94D1-54222C63F5DA}</a:tableStyleId>
              </a:tblPr>
              <a:tblGrid>
                <a:gridCol w="1386182">
                  <a:extLst>
                    <a:ext uri="{9D8B030D-6E8A-4147-A177-3AD203B41FA5}">
                      <a16:colId xmlns:a16="http://schemas.microsoft.com/office/drawing/2014/main" val="4021134789"/>
                    </a:ext>
                  </a:extLst>
                </a:gridCol>
                <a:gridCol w="1386182">
                  <a:extLst>
                    <a:ext uri="{9D8B030D-6E8A-4147-A177-3AD203B41FA5}">
                      <a16:colId xmlns:a16="http://schemas.microsoft.com/office/drawing/2014/main" val="3016198533"/>
                    </a:ext>
                  </a:extLst>
                </a:gridCol>
              </a:tblGrid>
              <a:tr h="6778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D7D31">
                              <a:lumMod val="75000"/>
                            </a:srgbClr>
                          </a:solidFill>
                          <a:effectLst/>
                          <a:uLnTx/>
                          <a:uFillTx/>
                          <a:latin typeface="+mn-lt"/>
                          <a:ea typeface="+mn-ea"/>
                          <a:cs typeface="+mn-cs"/>
                        </a:rPr>
                        <a:t>Age</a:t>
                      </a:r>
                      <a:endParaRPr kumimoji="0" lang="en-US" sz="24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B050"/>
                          </a:solidFill>
                          <a:effectLst/>
                          <a:uLnTx/>
                          <a:uFillTx/>
                          <a:latin typeface="+mn-lt"/>
                          <a:ea typeface="+mn-ea"/>
                          <a:cs typeface="+mn-cs"/>
                        </a:rPr>
                        <a:t>Music 1</a:t>
                      </a:r>
                      <a:endParaRPr kumimoji="0" lang="en-US" sz="2400" b="1" i="0" u="none" strike="noStrike" kern="1200" cap="none" spc="0" normalizeH="0" baseline="0" noProof="0" dirty="0">
                        <a:ln>
                          <a:noFill/>
                        </a:ln>
                        <a:solidFill>
                          <a:prstClr val="black"/>
                        </a:solidFill>
                        <a:effectLst/>
                        <a:uLnTx/>
                        <a:uFillTx/>
                        <a:latin typeface="+mn-lt"/>
                        <a:ea typeface="+mn-ea"/>
                        <a:cs typeface="+mn-cs"/>
                      </a:endParaRPr>
                    </a:p>
                    <a:p>
                      <a:endParaRPr lang="en-US" dirty="0"/>
                    </a:p>
                  </a:txBody>
                  <a:tcPr/>
                </a:tc>
                <a:extLst>
                  <a:ext uri="{0D108BD9-81ED-4DB2-BD59-A6C34878D82A}">
                    <a16:rowId xmlns:a16="http://schemas.microsoft.com/office/drawing/2014/main" val="2959848697"/>
                  </a:ext>
                </a:extLst>
              </a:tr>
              <a:tr h="402352">
                <a:tc>
                  <a:txBody>
                    <a:bodyPr/>
                    <a:lstStyle/>
                    <a:p>
                      <a:pPr algn="ctr"/>
                      <a:r>
                        <a:rPr lang="en-US" dirty="0"/>
                        <a:t>7</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1552331818"/>
                  </a:ext>
                </a:extLst>
              </a:tr>
              <a:tr h="402352">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1383518029"/>
                  </a:ext>
                </a:extLst>
              </a:tr>
              <a:tr h="402352">
                <a:tc>
                  <a:txBody>
                    <a:bodyPr/>
                    <a:lstStyle/>
                    <a:p>
                      <a:pPr algn="ctr"/>
                      <a:r>
                        <a:rPr lang="en-US" dirty="0"/>
                        <a:t>18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2210285989"/>
                  </a:ext>
                </a:extLst>
              </a:tr>
              <a:tr h="402352">
                <a:tc>
                  <a:txBody>
                    <a:bodyPr/>
                    <a:lstStyle/>
                    <a:p>
                      <a:pPr algn="ctr"/>
                      <a:r>
                        <a:rPr lang="en-US" dirty="0"/>
                        <a:t>35</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1561696225"/>
                  </a:ext>
                </a:extLst>
              </a:tr>
              <a:tr h="402352">
                <a:tc>
                  <a:txBody>
                    <a:bodyPr/>
                    <a:lstStyle/>
                    <a:p>
                      <a:pPr algn="ctr"/>
                      <a:r>
                        <a:rPr lang="en-US" dirty="0"/>
                        <a:t>38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1378073151"/>
                  </a:ext>
                </a:extLst>
              </a:tr>
              <a:tr h="402352">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2453305587"/>
                  </a:ext>
                </a:extLst>
              </a:tr>
              <a:tr h="402352">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2585998506"/>
                  </a:ext>
                </a:extLst>
              </a:tr>
            </a:tbl>
          </a:graphicData>
        </a:graphic>
      </p:graphicFrame>
      <p:sp>
        <p:nvSpPr>
          <p:cNvPr id="13" name="TextBox 12">
            <a:extLst>
              <a:ext uri="{FF2B5EF4-FFF2-40B4-BE49-F238E27FC236}">
                <a16:creationId xmlns:a16="http://schemas.microsoft.com/office/drawing/2014/main" id="{59FD6CB6-2579-3869-8229-C2A9F6E0CCD6}"/>
              </a:ext>
            </a:extLst>
          </p:cNvPr>
          <p:cNvSpPr txBox="1"/>
          <p:nvPr/>
        </p:nvSpPr>
        <p:spPr>
          <a:xfrm>
            <a:off x="532614" y="3783482"/>
            <a:ext cx="538526" cy="425822"/>
          </a:xfrm>
          <a:prstGeom prst="rect">
            <a:avLst/>
          </a:prstGeom>
          <a:noFill/>
        </p:spPr>
        <p:txBody>
          <a:bodyPr wrap="square" rtlCol="0">
            <a:spAutoFit/>
          </a:bodyPr>
          <a:lstStyle/>
          <a:p>
            <a:r>
              <a:rPr lang="en-US" dirty="0"/>
              <a:t>9.5</a:t>
            </a:r>
          </a:p>
        </p:txBody>
      </p:sp>
      <p:sp>
        <p:nvSpPr>
          <p:cNvPr id="14" name="TextBox 13">
            <a:extLst>
              <a:ext uri="{FF2B5EF4-FFF2-40B4-BE49-F238E27FC236}">
                <a16:creationId xmlns:a16="http://schemas.microsoft.com/office/drawing/2014/main" id="{CB729CE4-CFCC-D81C-8054-AB4B78DAFD03}"/>
              </a:ext>
            </a:extLst>
          </p:cNvPr>
          <p:cNvSpPr txBox="1"/>
          <p:nvPr/>
        </p:nvSpPr>
        <p:spPr>
          <a:xfrm>
            <a:off x="394275" y="5787014"/>
            <a:ext cx="712402" cy="425822"/>
          </a:xfrm>
          <a:prstGeom prst="rect">
            <a:avLst/>
          </a:prstGeom>
          <a:noFill/>
        </p:spPr>
        <p:txBody>
          <a:bodyPr wrap="square" rtlCol="0">
            <a:spAutoFit/>
          </a:bodyPr>
          <a:lstStyle/>
          <a:p>
            <a:r>
              <a:rPr lang="en-US" dirty="0"/>
              <a:t>66.5</a:t>
            </a:r>
          </a:p>
        </p:txBody>
      </p:sp>
      <p:sp>
        <p:nvSpPr>
          <p:cNvPr id="20" name="TextBox 19">
            <a:extLst>
              <a:ext uri="{FF2B5EF4-FFF2-40B4-BE49-F238E27FC236}">
                <a16:creationId xmlns:a16="http://schemas.microsoft.com/office/drawing/2014/main" id="{905F59B2-31DC-247A-CF04-DD821D607152}"/>
              </a:ext>
            </a:extLst>
          </p:cNvPr>
          <p:cNvSpPr txBox="1"/>
          <p:nvPr/>
        </p:nvSpPr>
        <p:spPr>
          <a:xfrm>
            <a:off x="394275" y="4582817"/>
            <a:ext cx="712402" cy="425822"/>
          </a:xfrm>
          <a:prstGeom prst="rect">
            <a:avLst/>
          </a:prstGeom>
          <a:noFill/>
        </p:spPr>
        <p:txBody>
          <a:bodyPr wrap="square" rtlCol="0">
            <a:spAutoFit/>
          </a:bodyPr>
          <a:lstStyle/>
          <a:p>
            <a:r>
              <a:rPr lang="en-US" dirty="0"/>
              <a:t>26.5</a:t>
            </a:r>
          </a:p>
        </p:txBody>
      </p:sp>
      <p:sp>
        <p:nvSpPr>
          <p:cNvPr id="21" name="TextBox 20">
            <a:extLst>
              <a:ext uri="{FF2B5EF4-FFF2-40B4-BE49-F238E27FC236}">
                <a16:creationId xmlns:a16="http://schemas.microsoft.com/office/drawing/2014/main" id="{A2848C0C-AACD-32D2-70BC-1E7B9D3C8132}"/>
              </a:ext>
            </a:extLst>
          </p:cNvPr>
          <p:cNvSpPr txBox="1"/>
          <p:nvPr/>
        </p:nvSpPr>
        <p:spPr>
          <a:xfrm>
            <a:off x="394275" y="4985667"/>
            <a:ext cx="712402" cy="425822"/>
          </a:xfrm>
          <a:prstGeom prst="rect">
            <a:avLst/>
          </a:prstGeom>
          <a:noFill/>
        </p:spPr>
        <p:txBody>
          <a:bodyPr wrap="square" rtlCol="0">
            <a:spAutoFit/>
          </a:bodyPr>
          <a:lstStyle/>
          <a:p>
            <a:r>
              <a:rPr lang="en-US" dirty="0"/>
              <a:t>36.5</a:t>
            </a:r>
          </a:p>
        </p:txBody>
      </p:sp>
      <p:sp>
        <p:nvSpPr>
          <p:cNvPr id="22" name="TextBox 21">
            <a:extLst>
              <a:ext uri="{FF2B5EF4-FFF2-40B4-BE49-F238E27FC236}">
                <a16:creationId xmlns:a16="http://schemas.microsoft.com/office/drawing/2014/main" id="{00C7212D-EC9A-E507-F7E4-5575C350502F}"/>
              </a:ext>
            </a:extLst>
          </p:cNvPr>
          <p:cNvSpPr txBox="1"/>
          <p:nvPr/>
        </p:nvSpPr>
        <p:spPr>
          <a:xfrm>
            <a:off x="568887" y="5389982"/>
            <a:ext cx="538526" cy="425822"/>
          </a:xfrm>
          <a:prstGeom prst="rect">
            <a:avLst/>
          </a:prstGeom>
          <a:noFill/>
        </p:spPr>
        <p:txBody>
          <a:bodyPr wrap="square" rtlCol="0">
            <a:spAutoFit/>
          </a:bodyPr>
          <a:lstStyle/>
          <a:p>
            <a:r>
              <a:rPr lang="en-US" dirty="0"/>
              <a:t>44</a:t>
            </a:r>
          </a:p>
        </p:txBody>
      </p:sp>
      <p:sp>
        <p:nvSpPr>
          <p:cNvPr id="23" name="TextBox 22">
            <a:extLst>
              <a:ext uri="{FF2B5EF4-FFF2-40B4-BE49-F238E27FC236}">
                <a16:creationId xmlns:a16="http://schemas.microsoft.com/office/drawing/2014/main" id="{650084B1-E0DF-0947-5984-6911E237F975}"/>
              </a:ext>
            </a:extLst>
          </p:cNvPr>
          <p:cNvSpPr txBox="1"/>
          <p:nvPr/>
        </p:nvSpPr>
        <p:spPr>
          <a:xfrm>
            <a:off x="550828" y="4179235"/>
            <a:ext cx="538526" cy="425822"/>
          </a:xfrm>
          <a:prstGeom prst="rect">
            <a:avLst/>
          </a:prstGeom>
          <a:noFill/>
        </p:spPr>
        <p:txBody>
          <a:bodyPr wrap="square" rtlCol="0">
            <a:spAutoFit/>
          </a:bodyPr>
          <a:lstStyle/>
          <a:p>
            <a:r>
              <a:rPr lang="en-US" dirty="0"/>
              <a:t>15</a:t>
            </a:r>
          </a:p>
        </p:txBody>
      </p:sp>
      <p:sp>
        <p:nvSpPr>
          <p:cNvPr id="6" name="Rectangle: Rounded Corners 5">
            <a:extLst>
              <a:ext uri="{FF2B5EF4-FFF2-40B4-BE49-F238E27FC236}">
                <a16:creationId xmlns:a16="http://schemas.microsoft.com/office/drawing/2014/main" id="{F3512E83-8E86-079C-4EAB-8AF01C7A995D}"/>
              </a:ext>
            </a:extLst>
          </p:cNvPr>
          <p:cNvSpPr/>
          <p:nvPr/>
        </p:nvSpPr>
        <p:spPr>
          <a:xfrm>
            <a:off x="6715745" y="4922359"/>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0                      1</a:t>
            </a:r>
          </a:p>
        </p:txBody>
      </p:sp>
      <p:sp>
        <p:nvSpPr>
          <p:cNvPr id="7" name="Rectangle: Rounded Corners 6">
            <a:extLst>
              <a:ext uri="{FF2B5EF4-FFF2-40B4-BE49-F238E27FC236}">
                <a16:creationId xmlns:a16="http://schemas.microsoft.com/office/drawing/2014/main" id="{F5668372-2C57-281E-D2D3-23B323675431}"/>
              </a:ext>
            </a:extLst>
          </p:cNvPr>
          <p:cNvSpPr/>
          <p:nvPr/>
        </p:nvSpPr>
        <p:spPr>
          <a:xfrm>
            <a:off x="8335318" y="3840061"/>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Age &lt; 9.5</a:t>
            </a:r>
          </a:p>
        </p:txBody>
      </p:sp>
      <p:cxnSp>
        <p:nvCxnSpPr>
          <p:cNvPr id="8" name="Straight Arrow Connector 7">
            <a:extLst>
              <a:ext uri="{FF2B5EF4-FFF2-40B4-BE49-F238E27FC236}">
                <a16:creationId xmlns:a16="http://schemas.microsoft.com/office/drawing/2014/main" id="{4EE91860-E004-A514-8280-5B7751B76419}"/>
              </a:ext>
            </a:extLst>
          </p:cNvPr>
          <p:cNvCxnSpPr/>
          <p:nvPr/>
        </p:nvCxnSpPr>
        <p:spPr>
          <a:xfrm flipH="1">
            <a:off x="7715386" y="4413499"/>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8AF4175-FDE2-AD7E-CFB4-CF33B3E2945B}"/>
              </a:ext>
            </a:extLst>
          </p:cNvPr>
          <p:cNvCxnSpPr>
            <a:cxnSpLocks/>
          </p:cNvCxnSpPr>
          <p:nvPr/>
        </p:nvCxnSpPr>
        <p:spPr>
          <a:xfrm>
            <a:off x="10334599" y="4413499"/>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EA6727F-E92D-CF20-A3F2-D05D0B887C89}"/>
              </a:ext>
            </a:extLst>
          </p:cNvPr>
          <p:cNvCxnSpPr>
            <a:cxnSpLocks/>
          </p:cNvCxnSpPr>
          <p:nvPr/>
        </p:nvCxnSpPr>
        <p:spPr>
          <a:xfrm>
            <a:off x="6715745" y="5745491"/>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E33F5878-32FD-9CF7-CD51-906B51A08813}"/>
              </a:ext>
            </a:extLst>
          </p:cNvPr>
          <p:cNvSpPr/>
          <p:nvPr/>
        </p:nvSpPr>
        <p:spPr>
          <a:xfrm>
            <a:off x="10055965" y="4923757"/>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3                      3</a:t>
            </a:r>
          </a:p>
        </p:txBody>
      </p:sp>
      <p:cxnSp>
        <p:nvCxnSpPr>
          <p:cNvPr id="16" name="Straight Connector 15">
            <a:extLst>
              <a:ext uri="{FF2B5EF4-FFF2-40B4-BE49-F238E27FC236}">
                <a16:creationId xmlns:a16="http://schemas.microsoft.com/office/drawing/2014/main" id="{C67ABC03-9A80-D36C-4D1B-50689DD0D760}"/>
              </a:ext>
            </a:extLst>
          </p:cNvPr>
          <p:cNvCxnSpPr>
            <a:cxnSpLocks/>
          </p:cNvCxnSpPr>
          <p:nvPr/>
        </p:nvCxnSpPr>
        <p:spPr>
          <a:xfrm>
            <a:off x="10071610" y="5745922"/>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DDE6413-BEF2-072F-0BD1-4627BD538FC8}"/>
              </a:ext>
            </a:extLst>
          </p:cNvPr>
          <p:cNvSpPr txBox="1"/>
          <p:nvPr/>
        </p:nvSpPr>
        <p:spPr>
          <a:xfrm>
            <a:off x="7598666" y="4275803"/>
            <a:ext cx="619932" cy="425822"/>
          </a:xfrm>
          <a:prstGeom prst="rect">
            <a:avLst/>
          </a:prstGeom>
          <a:noFill/>
        </p:spPr>
        <p:txBody>
          <a:bodyPr wrap="square" rtlCol="0">
            <a:spAutoFit/>
          </a:bodyPr>
          <a:lstStyle/>
          <a:p>
            <a:r>
              <a:rPr lang="en-US" dirty="0"/>
              <a:t>Yes</a:t>
            </a:r>
          </a:p>
        </p:txBody>
      </p:sp>
      <p:sp>
        <p:nvSpPr>
          <p:cNvPr id="19" name="TextBox 18">
            <a:extLst>
              <a:ext uri="{FF2B5EF4-FFF2-40B4-BE49-F238E27FC236}">
                <a16:creationId xmlns:a16="http://schemas.microsoft.com/office/drawing/2014/main" id="{8D1EC0D7-981D-64D1-4228-F612BF58423E}"/>
              </a:ext>
            </a:extLst>
          </p:cNvPr>
          <p:cNvSpPr txBox="1"/>
          <p:nvPr/>
        </p:nvSpPr>
        <p:spPr>
          <a:xfrm>
            <a:off x="10527825" y="4260423"/>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3915400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D9BF3-EF9E-6BCC-BEB2-56053777493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4D8D25A-283F-F559-6778-B92B40047ADE}"/>
              </a:ext>
            </a:extLst>
          </p:cNvPr>
          <p:cNvSpPr>
            <a:spLocks noGrp="1"/>
          </p:cNvSpPr>
          <p:nvPr>
            <p:ph idx="1"/>
          </p:nvPr>
        </p:nvSpPr>
        <p:spPr>
          <a:xfrm>
            <a:off x="842348" y="1523776"/>
            <a:ext cx="10567630" cy="1166616"/>
          </a:xfrm>
        </p:spPr>
        <p:txBody>
          <a:bodyPr>
            <a:normAutofit/>
          </a:bodyPr>
          <a:lstStyle/>
          <a:p>
            <a:r>
              <a:rPr lang="en-US" sz="2000" dirty="0"/>
              <a:t>Ultimately, we end up with a Gini Impurity for each potential threshold for Age.</a:t>
            </a:r>
          </a:p>
          <a:p>
            <a:r>
              <a:rPr lang="en-US" sz="2000" dirty="0"/>
              <a:t>Identify the threshold with lowest Impurity and pick it as the root.</a:t>
            </a:r>
          </a:p>
        </p:txBody>
      </p:sp>
      <p:sp>
        <p:nvSpPr>
          <p:cNvPr id="4" name="Slide Number Placeholder 3">
            <a:extLst>
              <a:ext uri="{FF2B5EF4-FFF2-40B4-BE49-F238E27FC236}">
                <a16:creationId xmlns:a16="http://schemas.microsoft.com/office/drawing/2014/main" id="{A8EE88C7-8BEF-B45D-2330-36D6D7A3C00A}"/>
              </a:ext>
            </a:extLst>
          </p:cNvPr>
          <p:cNvSpPr>
            <a:spLocks noGrp="1"/>
          </p:cNvSpPr>
          <p:nvPr>
            <p:ph type="sldNum" sz="quarter" idx="12"/>
          </p:nvPr>
        </p:nvSpPr>
        <p:spPr/>
        <p:txBody>
          <a:bodyPr/>
          <a:lstStyle/>
          <a:p>
            <a:fld id="{8D85F329-02EE-4F4A-8B74-A22642379FE5}" type="slidenum">
              <a:rPr lang="en-US" smtClean="0"/>
              <a:t>30</a:t>
            </a:fld>
            <a:endParaRPr lang="en-US"/>
          </a:p>
        </p:txBody>
      </p:sp>
      <p:graphicFrame>
        <p:nvGraphicFramePr>
          <p:cNvPr id="11" name="Table 12">
            <a:extLst>
              <a:ext uri="{FF2B5EF4-FFF2-40B4-BE49-F238E27FC236}">
                <a16:creationId xmlns:a16="http://schemas.microsoft.com/office/drawing/2014/main" id="{39CE73E3-4D0D-0DF8-8AE4-936062454B26}"/>
              </a:ext>
            </a:extLst>
          </p:cNvPr>
          <p:cNvGraphicFramePr>
            <a:graphicFrameLocks noGrp="1"/>
          </p:cNvGraphicFramePr>
          <p:nvPr/>
        </p:nvGraphicFramePr>
        <p:xfrm>
          <a:off x="1013818" y="2862074"/>
          <a:ext cx="2772364" cy="3547984"/>
        </p:xfrm>
        <a:graphic>
          <a:graphicData uri="http://schemas.openxmlformats.org/drawingml/2006/table">
            <a:tbl>
              <a:tblPr firstRow="1" bandRow="1">
                <a:tableStyleId>{5940675A-B579-460E-94D1-54222C63F5DA}</a:tableStyleId>
              </a:tblPr>
              <a:tblGrid>
                <a:gridCol w="1386182">
                  <a:extLst>
                    <a:ext uri="{9D8B030D-6E8A-4147-A177-3AD203B41FA5}">
                      <a16:colId xmlns:a16="http://schemas.microsoft.com/office/drawing/2014/main" val="4021134789"/>
                    </a:ext>
                  </a:extLst>
                </a:gridCol>
                <a:gridCol w="1386182">
                  <a:extLst>
                    <a:ext uri="{9D8B030D-6E8A-4147-A177-3AD203B41FA5}">
                      <a16:colId xmlns:a16="http://schemas.microsoft.com/office/drawing/2014/main" val="3016198533"/>
                    </a:ext>
                  </a:extLst>
                </a:gridCol>
              </a:tblGrid>
              <a:tr h="6778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D7D31">
                              <a:lumMod val="75000"/>
                            </a:srgbClr>
                          </a:solidFill>
                          <a:effectLst/>
                          <a:uLnTx/>
                          <a:uFillTx/>
                          <a:latin typeface="+mn-lt"/>
                          <a:ea typeface="+mn-ea"/>
                          <a:cs typeface="+mn-cs"/>
                        </a:rPr>
                        <a:t>Age</a:t>
                      </a:r>
                      <a:endParaRPr kumimoji="0" lang="en-US" sz="24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B050"/>
                          </a:solidFill>
                          <a:effectLst/>
                          <a:uLnTx/>
                          <a:uFillTx/>
                          <a:latin typeface="+mn-lt"/>
                          <a:ea typeface="+mn-ea"/>
                          <a:cs typeface="+mn-cs"/>
                        </a:rPr>
                        <a:t>Music 1</a:t>
                      </a:r>
                      <a:endParaRPr kumimoji="0" lang="en-US" sz="2400" b="1" i="0" u="none" strike="noStrike" kern="1200" cap="none" spc="0" normalizeH="0" baseline="0" noProof="0" dirty="0">
                        <a:ln>
                          <a:noFill/>
                        </a:ln>
                        <a:solidFill>
                          <a:prstClr val="black"/>
                        </a:solidFill>
                        <a:effectLst/>
                        <a:uLnTx/>
                        <a:uFillTx/>
                        <a:latin typeface="+mn-lt"/>
                        <a:ea typeface="+mn-ea"/>
                        <a:cs typeface="+mn-cs"/>
                      </a:endParaRPr>
                    </a:p>
                    <a:p>
                      <a:endParaRPr lang="en-US" dirty="0"/>
                    </a:p>
                  </a:txBody>
                  <a:tcPr/>
                </a:tc>
                <a:extLst>
                  <a:ext uri="{0D108BD9-81ED-4DB2-BD59-A6C34878D82A}">
                    <a16:rowId xmlns:a16="http://schemas.microsoft.com/office/drawing/2014/main" val="2959848697"/>
                  </a:ext>
                </a:extLst>
              </a:tr>
              <a:tr h="402352">
                <a:tc>
                  <a:txBody>
                    <a:bodyPr/>
                    <a:lstStyle/>
                    <a:p>
                      <a:pPr algn="ctr"/>
                      <a:r>
                        <a:rPr lang="en-US" dirty="0"/>
                        <a:t>7</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1552331818"/>
                  </a:ext>
                </a:extLst>
              </a:tr>
              <a:tr h="402352">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1383518029"/>
                  </a:ext>
                </a:extLst>
              </a:tr>
              <a:tr h="402352">
                <a:tc>
                  <a:txBody>
                    <a:bodyPr/>
                    <a:lstStyle/>
                    <a:p>
                      <a:pPr algn="ctr"/>
                      <a:r>
                        <a:rPr lang="en-US" dirty="0"/>
                        <a:t>18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2210285989"/>
                  </a:ext>
                </a:extLst>
              </a:tr>
              <a:tr h="402352">
                <a:tc>
                  <a:txBody>
                    <a:bodyPr/>
                    <a:lstStyle/>
                    <a:p>
                      <a:pPr algn="ctr"/>
                      <a:r>
                        <a:rPr lang="en-US" dirty="0"/>
                        <a:t>35</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1561696225"/>
                  </a:ext>
                </a:extLst>
              </a:tr>
              <a:tr h="402352">
                <a:tc>
                  <a:txBody>
                    <a:bodyPr/>
                    <a:lstStyle/>
                    <a:p>
                      <a:pPr algn="ctr"/>
                      <a:r>
                        <a:rPr lang="en-US" dirty="0"/>
                        <a:t>38</a:t>
                      </a:r>
                    </a:p>
                  </a:txBody>
                  <a:tcPr/>
                </a:tc>
                <a:tc>
                  <a:txBody>
                    <a:bodyPr/>
                    <a:lstStyle/>
                    <a:p>
                      <a:pPr algn="ctr"/>
                      <a:r>
                        <a:rPr lang="en-US" dirty="0">
                          <a:solidFill>
                            <a:srgbClr val="0070C0"/>
                          </a:solidFill>
                        </a:rPr>
                        <a:t>Yes</a:t>
                      </a:r>
                    </a:p>
                  </a:txBody>
                  <a:tcPr/>
                </a:tc>
                <a:extLst>
                  <a:ext uri="{0D108BD9-81ED-4DB2-BD59-A6C34878D82A}">
                    <a16:rowId xmlns:a16="http://schemas.microsoft.com/office/drawing/2014/main" val="1378073151"/>
                  </a:ext>
                </a:extLst>
              </a:tr>
              <a:tr h="402352">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2453305587"/>
                  </a:ext>
                </a:extLst>
              </a:tr>
              <a:tr h="402352">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2585998506"/>
                  </a:ext>
                </a:extLst>
              </a:tr>
            </a:tbl>
          </a:graphicData>
        </a:graphic>
      </p:graphicFrame>
      <p:sp>
        <p:nvSpPr>
          <p:cNvPr id="13" name="TextBox 12">
            <a:extLst>
              <a:ext uri="{FF2B5EF4-FFF2-40B4-BE49-F238E27FC236}">
                <a16:creationId xmlns:a16="http://schemas.microsoft.com/office/drawing/2014/main" id="{59FD6CB6-2579-3869-8229-C2A9F6E0CCD6}"/>
              </a:ext>
            </a:extLst>
          </p:cNvPr>
          <p:cNvSpPr txBox="1"/>
          <p:nvPr/>
        </p:nvSpPr>
        <p:spPr>
          <a:xfrm>
            <a:off x="532614" y="3783482"/>
            <a:ext cx="538526" cy="425822"/>
          </a:xfrm>
          <a:prstGeom prst="rect">
            <a:avLst/>
          </a:prstGeom>
          <a:noFill/>
        </p:spPr>
        <p:txBody>
          <a:bodyPr wrap="square" rtlCol="0">
            <a:spAutoFit/>
          </a:bodyPr>
          <a:lstStyle/>
          <a:p>
            <a:r>
              <a:rPr lang="en-US" dirty="0"/>
              <a:t>9.5</a:t>
            </a:r>
          </a:p>
        </p:txBody>
      </p:sp>
      <p:sp>
        <p:nvSpPr>
          <p:cNvPr id="14" name="TextBox 13">
            <a:extLst>
              <a:ext uri="{FF2B5EF4-FFF2-40B4-BE49-F238E27FC236}">
                <a16:creationId xmlns:a16="http://schemas.microsoft.com/office/drawing/2014/main" id="{CB729CE4-CFCC-D81C-8054-AB4B78DAFD03}"/>
              </a:ext>
            </a:extLst>
          </p:cNvPr>
          <p:cNvSpPr txBox="1"/>
          <p:nvPr/>
        </p:nvSpPr>
        <p:spPr>
          <a:xfrm>
            <a:off x="394275" y="5787014"/>
            <a:ext cx="712402" cy="425822"/>
          </a:xfrm>
          <a:prstGeom prst="rect">
            <a:avLst/>
          </a:prstGeom>
          <a:noFill/>
        </p:spPr>
        <p:txBody>
          <a:bodyPr wrap="square" rtlCol="0">
            <a:spAutoFit/>
          </a:bodyPr>
          <a:lstStyle/>
          <a:p>
            <a:r>
              <a:rPr lang="en-US" dirty="0"/>
              <a:t>66.5</a:t>
            </a:r>
          </a:p>
        </p:txBody>
      </p:sp>
      <p:sp>
        <p:nvSpPr>
          <p:cNvPr id="20" name="TextBox 19">
            <a:extLst>
              <a:ext uri="{FF2B5EF4-FFF2-40B4-BE49-F238E27FC236}">
                <a16:creationId xmlns:a16="http://schemas.microsoft.com/office/drawing/2014/main" id="{905F59B2-31DC-247A-CF04-DD821D607152}"/>
              </a:ext>
            </a:extLst>
          </p:cNvPr>
          <p:cNvSpPr txBox="1"/>
          <p:nvPr/>
        </p:nvSpPr>
        <p:spPr>
          <a:xfrm>
            <a:off x="394275" y="4582817"/>
            <a:ext cx="712402" cy="425822"/>
          </a:xfrm>
          <a:prstGeom prst="rect">
            <a:avLst/>
          </a:prstGeom>
          <a:noFill/>
        </p:spPr>
        <p:txBody>
          <a:bodyPr wrap="square" rtlCol="0">
            <a:spAutoFit/>
          </a:bodyPr>
          <a:lstStyle/>
          <a:p>
            <a:r>
              <a:rPr lang="en-US" dirty="0"/>
              <a:t>26.5</a:t>
            </a:r>
          </a:p>
        </p:txBody>
      </p:sp>
      <p:sp>
        <p:nvSpPr>
          <p:cNvPr id="21" name="TextBox 20">
            <a:extLst>
              <a:ext uri="{FF2B5EF4-FFF2-40B4-BE49-F238E27FC236}">
                <a16:creationId xmlns:a16="http://schemas.microsoft.com/office/drawing/2014/main" id="{A2848C0C-AACD-32D2-70BC-1E7B9D3C8132}"/>
              </a:ext>
            </a:extLst>
          </p:cNvPr>
          <p:cNvSpPr txBox="1"/>
          <p:nvPr/>
        </p:nvSpPr>
        <p:spPr>
          <a:xfrm>
            <a:off x="394275" y="4985667"/>
            <a:ext cx="712402" cy="425822"/>
          </a:xfrm>
          <a:prstGeom prst="rect">
            <a:avLst/>
          </a:prstGeom>
          <a:noFill/>
        </p:spPr>
        <p:txBody>
          <a:bodyPr wrap="square" rtlCol="0">
            <a:spAutoFit/>
          </a:bodyPr>
          <a:lstStyle/>
          <a:p>
            <a:r>
              <a:rPr lang="en-US" dirty="0"/>
              <a:t>36.5</a:t>
            </a:r>
          </a:p>
        </p:txBody>
      </p:sp>
      <p:sp>
        <p:nvSpPr>
          <p:cNvPr id="22" name="TextBox 21">
            <a:extLst>
              <a:ext uri="{FF2B5EF4-FFF2-40B4-BE49-F238E27FC236}">
                <a16:creationId xmlns:a16="http://schemas.microsoft.com/office/drawing/2014/main" id="{00C7212D-EC9A-E507-F7E4-5575C350502F}"/>
              </a:ext>
            </a:extLst>
          </p:cNvPr>
          <p:cNvSpPr txBox="1"/>
          <p:nvPr/>
        </p:nvSpPr>
        <p:spPr>
          <a:xfrm>
            <a:off x="568887" y="5389982"/>
            <a:ext cx="538526" cy="425822"/>
          </a:xfrm>
          <a:prstGeom prst="rect">
            <a:avLst/>
          </a:prstGeom>
          <a:noFill/>
        </p:spPr>
        <p:txBody>
          <a:bodyPr wrap="square" rtlCol="0">
            <a:spAutoFit/>
          </a:bodyPr>
          <a:lstStyle/>
          <a:p>
            <a:r>
              <a:rPr lang="en-US" dirty="0"/>
              <a:t>44</a:t>
            </a:r>
          </a:p>
        </p:txBody>
      </p:sp>
      <p:sp>
        <p:nvSpPr>
          <p:cNvPr id="23" name="TextBox 22">
            <a:extLst>
              <a:ext uri="{FF2B5EF4-FFF2-40B4-BE49-F238E27FC236}">
                <a16:creationId xmlns:a16="http://schemas.microsoft.com/office/drawing/2014/main" id="{650084B1-E0DF-0947-5984-6911E237F975}"/>
              </a:ext>
            </a:extLst>
          </p:cNvPr>
          <p:cNvSpPr txBox="1"/>
          <p:nvPr/>
        </p:nvSpPr>
        <p:spPr>
          <a:xfrm>
            <a:off x="550828" y="4179235"/>
            <a:ext cx="538526" cy="425822"/>
          </a:xfrm>
          <a:prstGeom prst="rect">
            <a:avLst/>
          </a:prstGeom>
          <a:noFill/>
        </p:spPr>
        <p:txBody>
          <a:bodyPr wrap="square" rtlCol="0">
            <a:spAutoFit/>
          </a:bodyPr>
          <a:lstStyle/>
          <a:p>
            <a:r>
              <a:rPr lang="en-US" dirty="0"/>
              <a:t>15</a:t>
            </a:r>
          </a:p>
        </p:txBody>
      </p:sp>
      <p:sp>
        <p:nvSpPr>
          <p:cNvPr id="6" name="Rectangle: Rounded Corners 5">
            <a:extLst>
              <a:ext uri="{FF2B5EF4-FFF2-40B4-BE49-F238E27FC236}">
                <a16:creationId xmlns:a16="http://schemas.microsoft.com/office/drawing/2014/main" id="{F3512E83-8E86-079C-4EAB-8AF01C7A995D}"/>
              </a:ext>
            </a:extLst>
          </p:cNvPr>
          <p:cNvSpPr/>
          <p:nvPr/>
        </p:nvSpPr>
        <p:spPr>
          <a:xfrm>
            <a:off x="6715745" y="4922359"/>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0                      2</a:t>
            </a:r>
          </a:p>
        </p:txBody>
      </p:sp>
      <p:sp>
        <p:nvSpPr>
          <p:cNvPr id="7" name="Rectangle: Rounded Corners 6">
            <a:extLst>
              <a:ext uri="{FF2B5EF4-FFF2-40B4-BE49-F238E27FC236}">
                <a16:creationId xmlns:a16="http://schemas.microsoft.com/office/drawing/2014/main" id="{F5668372-2C57-281E-D2D3-23B323675431}"/>
              </a:ext>
            </a:extLst>
          </p:cNvPr>
          <p:cNvSpPr/>
          <p:nvPr/>
        </p:nvSpPr>
        <p:spPr>
          <a:xfrm>
            <a:off x="8335318" y="3840061"/>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Age &lt; 15</a:t>
            </a:r>
          </a:p>
        </p:txBody>
      </p:sp>
      <p:cxnSp>
        <p:nvCxnSpPr>
          <p:cNvPr id="8" name="Straight Arrow Connector 7">
            <a:extLst>
              <a:ext uri="{FF2B5EF4-FFF2-40B4-BE49-F238E27FC236}">
                <a16:creationId xmlns:a16="http://schemas.microsoft.com/office/drawing/2014/main" id="{4EE91860-E004-A514-8280-5B7751B76419}"/>
              </a:ext>
            </a:extLst>
          </p:cNvPr>
          <p:cNvCxnSpPr/>
          <p:nvPr/>
        </p:nvCxnSpPr>
        <p:spPr>
          <a:xfrm flipH="1">
            <a:off x="7715386" y="4413499"/>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8AF4175-FDE2-AD7E-CFB4-CF33B3E2945B}"/>
              </a:ext>
            </a:extLst>
          </p:cNvPr>
          <p:cNvCxnSpPr>
            <a:cxnSpLocks/>
          </p:cNvCxnSpPr>
          <p:nvPr/>
        </p:nvCxnSpPr>
        <p:spPr>
          <a:xfrm>
            <a:off x="10334599" y="4413499"/>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EA6727F-E92D-CF20-A3F2-D05D0B887C89}"/>
              </a:ext>
            </a:extLst>
          </p:cNvPr>
          <p:cNvCxnSpPr>
            <a:cxnSpLocks/>
          </p:cNvCxnSpPr>
          <p:nvPr/>
        </p:nvCxnSpPr>
        <p:spPr>
          <a:xfrm>
            <a:off x="6715745" y="5745491"/>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E33F5878-32FD-9CF7-CD51-906B51A08813}"/>
              </a:ext>
            </a:extLst>
          </p:cNvPr>
          <p:cNvSpPr/>
          <p:nvPr/>
        </p:nvSpPr>
        <p:spPr>
          <a:xfrm>
            <a:off x="10055965" y="4923757"/>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3                      2</a:t>
            </a:r>
          </a:p>
        </p:txBody>
      </p:sp>
      <p:cxnSp>
        <p:nvCxnSpPr>
          <p:cNvPr id="16" name="Straight Connector 15">
            <a:extLst>
              <a:ext uri="{FF2B5EF4-FFF2-40B4-BE49-F238E27FC236}">
                <a16:creationId xmlns:a16="http://schemas.microsoft.com/office/drawing/2014/main" id="{C67ABC03-9A80-D36C-4D1B-50689DD0D760}"/>
              </a:ext>
            </a:extLst>
          </p:cNvPr>
          <p:cNvCxnSpPr>
            <a:cxnSpLocks/>
          </p:cNvCxnSpPr>
          <p:nvPr/>
        </p:nvCxnSpPr>
        <p:spPr>
          <a:xfrm>
            <a:off x="10071610" y="5745922"/>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DDE6413-BEF2-072F-0BD1-4627BD538FC8}"/>
              </a:ext>
            </a:extLst>
          </p:cNvPr>
          <p:cNvSpPr txBox="1"/>
          <p:nvPr/>
        </p:nvSpPr>
        <p:spPr>
          <a:xfrm>
            <a:off x="7598666" y="4275803"/>
            <a:ext cx="619932" cy="425822"/>
          </a:xfrm>
          <a:prstGeom prst="rect">
            <a:avLst/>
          </a:prstGeom>
          <a:noFill/>
        </p:spPr>
        <p:txBody>
          <a:bodyPr wrap="square" rtlCol="0">
            <a:spAutoFit/>
          </a:bodyPr>
          <a:lstStyle/>
          <a:p>
            <a:r>
              <a:rPr lang="en-US" dirty="0"/>
              <a:t>Yes</a:t>
            </a:r>
          </a:p>
        </p:txBody>
      </p:sp>
      <p:sp>
        <p:nvSpPr>
          <p:cNvPr id="19" name="TextBox 18">
            <a:extLst>
              <a:ext uri="{FF2B5EF4-FFF2-40B4-BE49-F238E27FC236}">
                <a16:creationId xmlns:a16="http://schemas.microsoft.com/office/drawing/2014/main" id="{8D1EC0D7-981D-64D1-4228-F612BF58423E}"/>
              </a:ext>
            </a:extLst>
          </p:cNvPr>
          <p:cNvSpPr txBox="1"/>
          <p:nvPr/>
        </p:nvSpPr>
        <p:spPr>
          <a:xfrm>
            <a:off x="10527825" y="4260423"/>
            <a:ext cx="619932" cy="425822"/>
          </a:xfrm>
          <a:prstGeom prst="rect">
            <a:avLst/>
          </a:prstGeom>
          <a:noFill/>
        </p:spPr>
        <p:txBody>
          <a:bodyPr wrap="square" rtlCol="0">
            <a:spAutoFit/>
          </a:bodyPr>
          <a:lstStyle/>
          <a:p>
            <a:r>
              <a:rPr lang="en-US" dirty="0"/>
              <a:t>No</a:t>
            </a:r>
          </a:p>
        </p:txBody>
      </p:sp>
      <p:sp>
        <p:nvSpPr>
          <p:cNvPr id="5" name="TextBox 4">
            <a:extLst>
              <a:ext uri="{FF2B5EF4-FFF2-40B4-BE49-F238E27FC236}">
                <a16:creationId xmlns:a16="http://schemas.microsoft.com/office/drawing/2014/main" id="{7D337877-E621-84EA-0FA8-7A7E994D517A}"/>
              </a:ext>
            </a:extLst>
          </p:cNvPr>
          <p:cNvSpPr txBox="1"/>
          <p:nvPr/>
        </p:nvSpPr>
        <p:spPr>
          <a:xfrm>
            <a:off x="3716972" y="3791504"/>
            <a:ext cx="1592965" cy="425822"/>
          </a:xfrm>
          <a:prstGeom prst="rect">
            <a:avLst/>
          </a:prstGeom>
          <a:noFill/>
        </p:spPr>
        <p:txBody>
          <a:bodyPr wrap="square" rtlCol="0">
            <a:spAutoFit/>
          </a:bodyPr>
          <a:lstStyle/>
          <a:p>
            <a:r>
              <a:rPr lang="en-US" dirty="0"/>
              <a:t>GI = 0.429</a:t>
            </a:r>
          </a:p>
        </p:txBody>
      </p:sp>
      <p:sp>
        <p:nvSpPr>
          <p:cNvPr id="10" name="TextBox 9">
            <a:extLst>
              <a:ext uri="{FF2B5EF4-FFF2-40B4-BE49-F238E27FC236}">
                <a16:creationId xmlns:a16="http://schemas.microsoft.com/office/drawing/2014/main" id="{77602DDB-0A83-5EA6-4291-6DC19F54803B}"/>
              </a:ext>
            </a:extLst>
          </p:cNvPr>
          <p:cNvSpPr txBox="1"/>
          <p:nvPr/>
        </p:nvSpPr>
        <p:spPr>
          <a:xfrm>
            <a:off x="3723011" y="5795036"/>
            <a:ext cx="1403372" cy="425822"/>
          </a:xfrm>
          <a:prstGeom prst="rect">
            <a:avLst/>
          </a:prstGeom>
          <a:noFill/>
        </p:spPr>
        <p:txBody>
          <a:bodyPr wrap="square" rtlCol="0">
            <a:spAutoFit/>
          </a:bodyPr>
          <a:lstStyle/>
          <a:p>
            <a:r>
              <a:rPr lang="en-US" dirty="0"/>
              <a:t>GI = 0.429</a:t>
            </a:r>
          </a:p>
        </p:txBody>
      </p:sp>
      <p:sp>
        <p:nvSpPr>
          <p:cNvPr id="17" name="TextBox 16">
            <a:extLst>
              <a:ext uri="{FF2B5EF4-FFF2-40B4-BE49-F238E27FC236}">
                <a16:creationId xmlns:a16="http://schemas.microsoft.com/office/drawing/2014/main" id="{DB037367-D5FF-07E9-0FC3-E6E170A5FF26}"/>
              </a:ext>
            </a:extLst>
          </p:cNvPr>
          <p:cNvSpPr txBox="1"/>
          <p:nvPr/>
        </p:nvSpPr>
        <p:spPr>
          <a:xfrm>
            <a:off x="3723011" y="4590839"/>
            <a:ext cx="1651795" cy="425822"/>
          </a:xfrm>
          <a:prstGeom prst="rect">
            <a:avLst/>
          </a:prstGeom>
          <a:noFill/>
        </p:spPr>
        <p:txBody>
          <a:bodyPr wrap="square" rtlCol="0">
            <a:spAutoFit/>
          </a:bodyPr>
          <a:lstStyle/>
          <a:p>
            <a:r>
              <a:rPr lang="en-US" dirty="0"/>
              <a:t>GI = 0.476</a:t>
            </a:r>
          </a:p>
        </p:txBody>
      </p:sp>
      <p:sp>
        <p:nvSpPr>
          <p:cNvPr id="24" name="TextBox 23">
            <a:extLst>
              <a:ext uri="{FF2B5EF4-FFF2-40B4-BE49-F238E27FC236}">
                <a16:creationId xmlns:a16="http://schemas.microsoft.com/office/drawing/2014/main" id="{BB9272C8-44F0-406D-0EE1-140BF31CFF7C}"/>
              </a:ext>
            </a:extLst>
          </p:cNvPr>
          <p:cNvSpPr txBox="1"/>
          <p:nvPr/>
        </p:nvSpPr>
        <p:spPr>
          <a:xfrm>
            <a:off x="3723012" y="4993689"/>
            <a:ext cx="1651794" cy="425822"/>
          </a:xfrm>
          <a:prstGeom prst="rect">
            <a:avLst/>
          </a:prstGeom>
          <a:noFill/>
        </p:spPr>
        <p:txBody>
          <a:bodyPr wrap="square" rtlCol="0">
            <a:spAutoFit/>
          </a:bodyPr>
          <a:lstStyle/>
          <a:p>
            <a:r>
              <a:rPr lang="en-US" dirty="0"/>
              <a:t>GI = 0.476</a:t>
            </a:r>
          </a:p>
        </p:txBody>
      </p:sp>
      <p:sp>
        <p:nvSpPr>
          <p:cNvPr id="25" name="TextBox 24">
            <a:extLst>
              <a:ext uri="{FF2B5EF4-FFF2-40B4-BE49-F238E27FC236}">
                <a16:creationId xmlns:a16="http://schemas.microsoft.com/office/drawing/2014/main" id="{562EB185-1CB3-2976-B6A9-4A327E63FDC2}"/>
              </a:ext>
            </a:extLst>
          </p:cNvPr>
          <p:cNvSpPr txBox="1"/>
          <p:nvPr/>
        </p:nvSpPr>
        <p:spPr>
          <a:xfrm>
            <a:off x="3723749" y="5398004"/>
            <a:ext cx="1403372" cy="425822"/>
          </a:xfrm>
          <a:prstGeom prst="rect">
            <a:avLst/>
          </a:prstGeom>
          <a:noFill/>
        </p:spPr>
        <p:txBody>
          <a:bodyPr wrap="square" rtlCol="0">
            <a:spAutoFit/>
          </a:bodyPr>
          <a:lstStyle/>
          <a:p>
            <a:r>
              <a:rPr lang="en-US" dirty="0"/>
              <a:t>GI = 0.343</a:t>
            </a:r>
          </a:p>
        </p:txBody>
      </p:sp>
      <p:sp>
        <p:nvSpPr>
          <p:cNvPr id="26" name="TextBox 25">
            <a:extLst>
              <a:ext uri="{FF2B5EF4-FFF2-40B4-BE49-F238E27FC236}">
                <a16:creationId xmlns:a16="http://schemas.microsoft.com/office/drawing/2014/main" id="{6EB9AD06-CB56-4CFC-9D88-9485E854EF48}"/>
              </a:ext>
            </a:extLst>
          </p:cNvPr>
          <p:cNvSpPr txBox="1"/>
          <p:nvPr/>
        </p:nvSpPr>
        <p:spPr>
          <a:xfrm>
            <a:off x="3719145" y="4187257"/>
            <a:ext cx="1592964" cy="425822"/>
          </a:xfrm>
          <a:prstGeom prst="rect">
            <a:avLst/>
          </a:prstGeom>
          <a:noFill/>
        </p:spPr>
        <p:txBody>
          <a:bodyPr wrap="square" rtlCol="0">
            <a:spAutoFit/>
          </a:bodyPr>
          <a:lstStyle/>
          <a:p>
            <a:r>
              <a:rPr lang="en-US" dirty="0"/>
              <a:t>GI = 0.343</a:t>
            </a:r>
          </a:p>
        </p:txBody>
      </p:sp>
    </p:spTree>
    <p:extLst>
      <p:ext uri="{BB962C8B-B14F-4D97-AF65-F5344CB8AC3E}">
        <p14:creationId xmlns:p14="http://schemas.microsoft.com/office/powerpoint/2010/main" val="17633808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7298F-A326-3D43-A335-E546C4765A1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D3D1340-82D7-32D6-67EB-16029AC5F74E}"/>
              </a:ext>
            </a:extLst>
          </p:cNvPr>
          <p:cNvSpPr>
            <a:spLocks noGrp="1"/>
          </p:cNvSpPr>
          <p:nvPr>
            <p:ph idx="1"/>
          </p:nvPr>
        </p:nvSpPr>
        <p:spPr>
          <a:xfrm>
            <a:off x="842349" y="1825625"/>
            <a:ext cx="5524896" cy="4351338"/>
          </a:xfrm>
        </p:spPr>
        <p:txBody>
          <a:bodyPr>
            <a:normAutofit/>
          </a:bodyPr>
          <a:lstStyle/>
          <a:p>
            <a:r>
              <a:rPr lang="en-US" sz="2000" dirty="0"/>
              <a:t>Gini Impurity for Loves Popcorn = 0.405</a:t>
            </a:r>
          </a:p>
          <a:p>
            <a:r>
              <a:rPr lang="en-US" sz="2000" dirty="0"/>
              <a:t>Gini Impurity for Loves Soda = 0.214</a:t>
            </a:r>
          </a:p>
          <a:p>
            <a:r>
              <a:rPr lang="en-US" sz="2000" dirty="0"/>
              <a:t>Gini Impurity for Age &lt; 15 = 0.343</a:t>
            </a:r>
          </a:p>
          <a:p>
            <a:r>
              <a:rPr lang="en-US" sz="2000" dirty="0"/>
              <a:t>Choose the lowest Gini Impurity as the root node -&gt; Loves Soda is the root.</a:t>
            </a:r>
          </a:p>
          <a:p>
            <a:endParaRPr lang="en-US" sz="2000" dirty="0"/>
          </a:p>
          <a:p>
            <a:r>
              <a:rPr lang="en-US" sz="2000" dirty="0"/>
              <a:t>The node on the right is pure. It becomes a leaf.</a:t>
            </a:r>
          </a:p>
          <a:p>
            <a:r>
              <a:rPr lang="en-US" sz="2000" dirty="0"/>
              <a:t>The node on the left is Impure, we can split the 4 people in it based on Loves Popcorn or Age and calculate Gini Impurity.</a:t>
            </a:r>
          </a:p>
          <a:p>
            <a:endParaRPr lang="en-US" sz="2000" dirty="0"/>
          </a:p>
          <a:p>
            <a:endParaRPr lang="en-US" sz="2000" dirty="0"/>
          </a:p>
        </p:txBody>
      </p:sp>
      <p:sp>
        <p:nvSpPr>
          <p:cNvPr id="4" name="Slide Number Placeholder 3">
            <a:extLst>
              <a:ext uri="{FF2B5EF4-FFF2-40B4-BE49-F238E27FC236}">
                <a16:creationId xmlns:a16="http://schemas.microsoft.com/office/drawing/2014/main" id="{A660E501-205D-30FF-39D1-EECBE8D2824C}"/>
              </a:ext>
            </a:extLst>
          </p:cNvPr>
          <p:cNvSpPr>
            <a:spLocks noGrp="1"/>
          </p:cNvSpPr>
          <p:nvPr>
            <p:ph type="sldNum" sz="quarter" idx="12"/>
          </p:nvPr>
        </p:nvSpPr>
        <p:spPr/>
        <p:txBody>
          <a:bodyPr/>
          <a:lstStyle/>
          <a:p>
            <a:fld id="{8D85F329-02EE-4F4A-8B74-A22642379FE5}" type="slidenum">
              <a:rPr lang="en-US" smtClean="0"/>
              <a:t>31</a:t>
            </a:fld>
            <a:endParaRPr lang="en-US"/>
          </a:p>
        </p:txBody>
      </p:sp>
      <p:sp>
        <p:nvSpPr>
          <p:cNvPr id="7" name="Rectangle: Rounded Corners 6">
            <a:extLst>
              <a:ext uri="{FF2B5EF4-FFF2-40B4-BE49-F238E27FC236}">
                <a16:creationId xmlns:a16="http://schemas.microsoft.com/office/drawing/2014/main" id="{9818F671-F826-114D-4CCF-464582CD49A9}"/>
              </a:ext>
            </a:extLst>
          </p:cNvPr>
          <p:cNvSpPr/>
          <p:nvPr/>
        </p:nvSpPr>
        <p:spPr>
          <a:xfrm>
            <a:off x="6715745" y="4922359"/>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3                      1</a:t>
            </a:r>
          </a:p>
        </p:txBody>
      </p:sp>
      <p:sp>
        <p:nvSpPr>
          <p:cNvPr id="8" name="Rectangle: Rounded Corners 7">
            <a:extLst>
              <a:ext uri="{FF2B5EF4-FFF2-40B4-BE49-F238E27FC236}">
                <a16:creationId xmlns:a16="http://schemas.microsoft.com/office/drawing/2014/main" id="{1B95FEA7-DFFB-ABEE-1D18-1DBEC22F9F3E}"/>
              </a:ext>
            </a:extLst>
          </p:cNvPr>
          <p:cNvSpPr/>
          <p:nvPr/>
        </p:nvSpPr>
        <p:spPr>
          <a:xfrm>
            <a:off x="8335318" y="3840061"/>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Loves Soda</a:t>
            </a:r>
          </a:p>
        </p:txBody>
      </p:sp>
      <p:cxnSp>
        <p:nvCxnSpPr>
          <p:cNvPr id="10" name="Straight Arrow Connector 9">
            <a:extLst>
              <a:ext uri="{FF2B5EF4-FFF2-40B4-BE49-F238E27FC236}">
                <a16:creationId xmlns:a16="http://schemas.microsoft.com/office/drawing/2014/main" id="{21AEFF8D-9315-EA0A-4ADB-6EEF4E07E68E}"/>
              </a:ext>
            </a:extLst>
          </p:cNvPr>
          <p:cNvCxnSpPr/>
          <p:nvPr/>
        </p:nvCxnSpPr>
        <p:spPr>
          <a:xfrm flipH="1">
            <a:off x="7715386" y="4413499"/>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4928B88-558C-2216-E523-042C87CFEAC2}"/>
              </a:ext>
            </a:extLst>
          </p:cNvPr>
          <p:cNvCxnSpPr>
            <a:cxnSpLocks/>
          </p:cNvCxnSpPr>
          <p:nvPr/>
        </p:nvCxnSpPr>
        <p:spPr>
          <a:xfrm>
            <a:off x="10334599" y="4413499"/>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E454B79-118F-1D55-473F-7B36C269E294}"/>
              </a:ext>
            </a:extLst>
          </p:cNvPr>
          <p:cNvCxnSpPr>
            <a:cxnSpLocks/>
          </p:cNvCxnSpPr>
          <p:nvPr/>
        </p:nvCxnSpPr>
        <p:spPr>
          <a:xfrm>
            <a:off x="6715745" y="5745491"/>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5F710C7A-149E-B2EB-2B53-1EAED7905969}"/>
              </a:ext>
            </a:extLst>
          </p:cNvPr>
          <p:cNvSpPr/>
          <p:nvPr/>
        </p:nvSpPr>
        <p:spPr>
          <a:xfrm>
            <a:off x="10055965" y="4923757"/>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0                      3</a:t>
            </a:r>
          </a:p>
        </p:txBody>
      </p:sp>
      <p:cxnSp>
        <p:nvCxnSpPr>
          <p:cNvPr id="14" name="Straight Connector 13">
            <a:extLst>
              <a:ext uri="{FF2B5EF4-FFF2-40B4-BE49-F238E27FC236}">
                <a16:creationId xmlns:a16="http://schemas.microsoft.com/office/drawing/2014/main" id="{D298A8F4-3F1C-D027-5D5E-9AE1CAD2318D}"/>
              </a:ext>
            </a:extLst>
          </p:cNvPr>
          <p:cNvCxnSpPr>
            <a:cxnSpLocks/>
          </p:cNvCxnSpPr>
          <p:nvPr/>
        </p:nvCxnSpPr>
        <p:spPr>
          <a:xfrm>
            <a:off x="10071610" y="5745922"/>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AC6E71E-7711-E76B-822A-5500A49A0B91}"/>
              </a:ext>
            </a:extLst>
          </p:cNvPr>
          <p:cNvSpPr txBox="1"/>
          <p:nvPr/>
        </p:nvSpPr>
        <p:spPr>
          <a:xfrm>
            <a:off x="7598666" y="4275803"/>
            <a:ext cx="619932" cy="425822"/>
          </a:xfrm>
          <a:prstGeom prst="rect">
            <a:avLst/>
          </a:prstGeom>
          <a:noFill/>
        </p:spPr>
        <p:txBody>
          <a:bodyPr wrap="square" rtlCol="0">
            <a:spAutoFit/>
          </a:bodyPr>
          <a:lstStyle/>
          <a:p>
            <a:r>
              <a:rPr lang="en-US" dirty="0"/>
              <a:t>Yes</a:t>
            </a:r>
          </a:p>
        </p:txBody>
      </p:sp>
      <p:sp>
        <p:nvSpPr>
          <p:cNvPr id="16" name="TextBox 15">
            <a:extLst>
              <a:ext uri="{FF2B5EF4-FFF2-40B4-BE49-F238E27FC236}">
                <a16:creationId xmlns:a16="http://schemas.microsoft.com/office/drawing/2014/main" id="{A828A976-2327-4CC2-4953-1EDDE116607F}"/>
              </a:ext>
            </a:extLst>
          </p:cNvPr>
          <p:cNvSpPr txBox="1"/>
          <p:nvPr/>
        </p:nvSpPr>
        <p:spPr>
          <a:xfrm>
            <a:off x="10527825" y="4260423"/>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937593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5ADC-FD38-0286-20FD-A4E74BBDDBD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82DACB2-D598-FC4D-F806-B25C1B531852}"/>
              </a:ext>
            </a:extLst>
          </p:cNvPr>
          <p:cNvSpPr>
            <a:spLocks noGrp="1"/>
          </p:cNvSpPr>
          <p:nvPr>
            <p:ph idx="1"/>
          </p:nvPr>
        </p:nvSpPr>
        <p:spPr>
          <a:xfrm>
            <a:off x="842349" y="1825625"/>
            <a:ext cx="5202124" cy="4351338"/>
          </a:xfrm>
        </p:spPr>
        <p:txBody>
          <a:bodyPr/>
          <a:lstStyle/>
          <a:p>
            <a:r>
              <a:rPr lang="en-US" dirty="0"/>
              <a:t>When we split the 4 people who Love Soda based on whether or not they Love Popcorn, the Gini Impurity = 0.25.</a:t>
            </a:r>
          </a:p>
        </p:txBody>
      </p:sp>
      <p:sp>
        <p:nvSpPr>
          <p:cNvPr id="4" name="Slide Number Placeholder 3">
            <a:extLst>
              <a:ext uri="{FF2B5EF4-FFF2-40B4-BE49-F238E27FC236}">
                <a16:creationId xmlns:a16="http://schemas.microsoft.com/office/drawing/2014/main" id="{4658B5E0-177F-918D-A8E1-3B9D0A50483E}"/>
              </a:ext>
            </a:extLst>
          </p:cNvPr>
          <p:cNvSpPr>
            <a:spLocks noGrp="1"/>
          </p:cNvSpPr>
          <p:nvPr>
            <p:ph type="sldNum" sz="quarter" idx="12"/>
          </p:nvPr>
        </p:nvSpPr>
        <p:spPr/>
        <p:txBody>
          <a:bodyPr/>
          <a:lstStyle/>
          <a:p>
            <a:fld id="{8D85F329-02EE-4F4A-8B74-A22642379FE5}" type="slidenum">
              <a:rPr lang="en-US" smtClean="0"/>
              <a:t>32</a:t>
            </a:fld>
            <a:endParaRPr lang="en-US"/>
          </a:p>
        </p:txBody>
      </p:sp>
      <p:graphicFrame>
        <p:nvGraphicFramePr>
          <p:cNvPr id="5" name="Table 5">
            <a:extLst>
              <a:ext uri="{FF2B5EF4-FFF2-40B4-BE49-F238E27FC236}">
                <a16:creationId xmlns:a16="http://schemas.microsoft.com/office/drawing/2014/main" id="{23CA1A7F-016D-0F69-CCA3-36D8DA977DD0}"/>
              </a:ext>
            </a:extLst>
          </p:cNvPr>
          <p:cNvGraphicFramePr>
            <a:graphicFrameLocks noGrp="1"/>
          </p:cNvGraphicFramePr>
          <p:nvPr/>
        </p:nvGraphicFramePr>
        <p:xfrm>
          <a:off x="6065406" y="1825625"/>
          <a:ext cx="6110056" cy="3473860"/>
        </p:xfrm>
        <a:graphic>
          <a:graphicData uri="http://schemas.openxmlformats.org/drawingml/2006/table">
            <a:tbl>
              <a:tblPr firstRow="1" bandRow="1">
                <a:tableStyleId>{5940675A-B579-460E-94D1-54222C63F5DA}</a:tableStyleId>
              </a:tblPr>
              <a:tblGrid>
                <a:gridCol w="1527514">
                  <a:extLst>
                    <a:ext uri="{9D8B030D-6E8A-4147-A177-3AD203B41FA5}">
                      <a16:colId xmlns:a16="http://schemas.microsoft.com/office/drawing/2014/main" val="3970593616"/>
                    </a:ext>
                  </a:extLst>
                </a:gridCol>
                <a:gridCol w="1527514">
                  <a:extLst>
                    <a:ext uri="{9D8B030D-6E8A-4147-A177-3AD203B41FA5}">
                      <a16:colId xmlns:a16="http://schemas.microsoft.com/office/drawing/2014/main" val="2934454268"/>
                    </a:ext>
                  </a:extLst>
                </a:gridCol>
                <a:gridCol w="1527514">
                  <a:extLst>
                    <a:ext uri="{9D8B030D-6E8A-4147-A177-3AD203B41FA5}">
                      <a16:colId xmlns:a16="http://schemas.microsoft.com/office/drawing/2014/main" val="652247648"/>
                    </a:ext>
                  </a:extLst>
                </a:gridCol>
                <a:gridCol w="1527514">
                  <a:extLst>
                    <a:ext uri="{9D8B030D-6E8A-4147-A177-3AD203B41FA5}">
                      <a16:colId xmlns:a16="http://schemas.microsoft.com/office/drawing/2014/main" val="2616932534"/>
                    </a:ext>
                  </a:extLst>
                </a:gridCol>
              </a:tblGrid>
              <a:tr h="378700">
                <a:tc>
                  <a:txBody>
                    <a:bodyPr/>
                    <a:lstStyle/>
                    <a:p>
                      <a:pPr algn="ctr"/>
                      <a:r>
                        <a:rPr lang="en-US" sz="2400" b="1" dirty="0">
                          <a:solidFill>
                            <a:schemeClr val="accent2">
                              <a:lumMod val="75000"/>
                            </a:schemeClr>
                          </a:solidFill>
                        </a:rPr>
                        <a:t>Loves Popcorn</a:t>
                      </a:r>
                      <a:endParaRPr lang="en-US" sz="2400" b="1" dirty="0"/>
                    </a:p>
                  </a:txBody>
                  <a:tcPr/>
                </a:tc>
                <a:tc>
                  <a:txBody>
                    <a:bodyPr/>
                    <a:lstStyle/>
                    <a:p>
                      <a:pPr algn="ctr"/>
                      <a:r>
                        <a:rPr lang="en-US" sz="2400" b="1" dirty="0">
                          <a:solidFill>
                            <a:schemeClr val="accent2">
                              <a:lumMod val="75000"/>
                            </a:schemeClr>
                          </a:solidFill>
                        </a:rPr>
                        <a:t>Loves Soda</a:t>
                      </a:r>
                      <a:endParaRPr lang="en-US" sz="2400" b="1" dirty="0"/>
                    </a:p>
                  </a:txBody>
                  <a:tcPr/>
                </a:tc>
                <a:tc>
                  <a:txBody>
                    <a:bodyPr/>
                    <a:lstStyle/>
                    <a:p>
                      <a:pPr algn="ctr"/>
                      <a:r>
                        <a:rPr lang="en-US" sz="2400" b="1" dirty="0">
                          <a:solidFill>
                            <a:schemeClr val="accent2">
                              <a:lumMod val="75000"/>
                            </a:schemeClr>
                          </a:solidFill>
                        </a:rPr>
                        <a:t>Age</a:t>
                      </a:r>
                      <a:endParaRPr lang="en-US" sz="2400" b="1" dirty="0"/>
                    </a:p>
                  </a:txBody>
                  <a:tcPr/>
                </a:tc>
                <a:tc>
                  <a:txBody>
                    <a:bodyPr/>
                    <a:lstStyle/>
                    <a:p>
                      <a:pPr algn="ctr"/>
                      <a:r>
                        <a:rPr lang="en-US" sz="2400" b="1" dirty="0">
                          <a:solidFill>
                            <a:srgbClr val="00B050"/>
                          </a:solidFill>
                        </a:rPr>
                        <a:t>Music 1</a:t>
                      </a:r>
                      <a:endParaRPr lang="en-US" sz="2400" b="1" dirty="0"/>
                    </a:p>
                  </a:txBody>
                  <a:tcPr/>
                </a:tc>
                <a:extLst>
                  <a:ext uri="{0D108BD9-81ED-4DB2-BD59-A6C34878D82A}">
                    <a16:rowId xmlns:a16="http://schemas.microsoft.com/office/drawing/2014/main" val="939989933"/>
                  </a:ext>
                </a:extLst>
              </a:tr>
              <a:tr h="378700">
                <a:tc>
                  <a:txBody>
                    <a:bodyPr/>
                    <a:lstStyle/>
                    <a:p>
                      <a:pPr algn="ctr"/>
                      <a:r>
                        <a:rPr lang="en-US" dirty="0"/>
                        <a:t>Yes</a:t>
                      </a:r>
                    </a:p>
                  </a:txBody>
                  <a:tcPr>
                    <a:solidFill>
                      <a:schemeClr val="accent1">
                        <a:lumMod val="40000"/>
                        <a:lumOff val="60000"/>
                      </a:schemeClr>
                    </a:solidFill>
                  </a:tcPr>
                </a:tc>
                <a:tc>
                  <a:txBody>
                    <a:bodyPr/>
                    <a:lstStyle/>
                    <a:p>
                      <a:pPr algn="ctr"/>
                      <a:r>
                        <a:rPr lang="en-US" dirty="0"/>
                        <a:t>Yes</a:t>
                      </a:r>
                    </a:p>
                  </a:txBody>
                  <a:tcPr>
                    <a:solidFill>
                      <a:schemeClr val="accent1">
                        <a:lumMod val="40000"/>
                        <a:lumOff val="60000"/>
                      </a:schemeClr>
                    </a:solidFill>
                  </a:tcPr>
                </a:tc>
                <a:tc>
                  <a:txBody>
                    <a:bodyPr/>
                    <a:lstStyle/>
                    <a:p>
                      <a:pPr algn="ctr"/>
                      <a:r>
                        <a:rPr lang="en-US" dirty="0"/>
                        <a:t>7</a:t>
                      </a:r>
                    </a:p>
                  </a:txBody>
                  <a:tcPr>
                    <a:solidFill>
                      <a:schemeClr val="accent1">
                        <a:lumMod val="40000"/>
                        <a:lumOff val="60000"/>
                      </a:schemeClr>
                    </a:solidFill>
                  </a:tcPr>
                </a:tc>
                <a:tc>
                  <a:txBody>
                    <a:bodyPr/>
                    <a:lstStyle/>
                    <a:p>
                      <a:pPr algn="ctr"/>
                      <a:r>
                        <a:rPr lang="en-US" dirty="0">
                          <a:solidFill>
                            <a:srgbClr val="FF0000"/>
                          </a:solidFill>
                        </a:rPr>
                        <a:t>No</a:t>
                      </a:r>
                    </a:p>
                  </a:txBody>
                  <a:tcPr>
                    <a:solidFill>
                      <a:schemeClr val="accent1">
                        <a:lumMod val="40000"/>
                        <a:lumOff val="60000"/>
                      </a:schemeClr>
                    </a:solidFill>
                  </a:tcPr>
                </a:tc>
                <a:extLst>
                  <a:ext uri="{0D108BD9-81ED-4DB2-BD59-A6C34878D82A}">
                    <a16:rowId xmlns:a16="http://schemas.microsoft.com/office/drawing/2014/main" val="3808463981"/>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118996182"/>
                  </a:ext>
                </a:extLst>
              </a:tr>
              <a:tr h="378700">
                <a:tc>
                  <a:txBody>
                    <a:bodyPr/>
                    <a:lstStyle/>
                    <a:p>
                      <a:pPr algn="ctr"/>
                      <a:r>
                        <a:rPr lang="en-US" dirty="0"/>
                        <a:t>No</a:t>
                      </a:r>
                    </a:p>
                  </a:txBody>
                  <a:tcPr>
                    <a:solidFill>
                      <a:schemeClr val="accent1">
                        <a:lumMod val="40000"/>
                        <a:lumOff val="60000"/>
                      </a:schemeClr>
                    </a:solidFill>
                  </a:tcPr>
                </a:tc>
                <a:tc>
                  <a:txBody>
                    <a:bodyPr/>
                    <a:lstStyle/>
                    <a:p>
                      <a:pPr algn="ctr"/>
                      <a:r>
                        <a:rPr lang="en-US" dirty="0"/>
                        <a:t>Yes</a:t>
                      </a:r>
                    </a:p>
                  </a:txBody>
                  <a:tcPr>
                    <a:solidFill>
                      <a:schemeClr val="accent1">
                        <a:lumMod val="40000"/>
                        <a:lumOff val="60000"/>
                      </a:schemeClr>
                    </a:solidFill>
                  </a:tcPr>
                </a:tc>
                <a:tc>
                  <a:txBody>
                    <a:bodyPr/>
                    <a:lstStyle/>
                    <a:p>
                      <a:pPr algn="ctr"/>
                      <a:r>
                        <a:rPr lang="en-US" dirty="0"/>
                        <a:t>18</a:t>
                      </a:r>
                    </a:p>
                  </a:txBody>
                  <a:tcPr>
                    <a:solidFill>
                      <a:schemeClr val="accent1">
                        <a:lumMod val="40000"/>
                        <a:lumOff val="60000"/>
                      </a:schemeClr>
                    </a:solidFill>
                  </a:tcPr>
                </a:tc>
                <a:tc>
                  <a:txBody>
                    <a:bodyPr/>
                    <a:lstStyle/>
                    <a:p>
                      <a:pPr algn="ctr"/>
                      <a:r>
                        <a:rPr lang="en-US" dirty="0">
                          <a:solidFill>
                            <a:srgbClr val="0070C0"/>
                          </a:solidFill>
                        </a:rPr>
                        <a:t>Yes</a:t>
                      </a:r>
                    </a:p>
                  </a:txBody>
                  <a:tcPr>
                    <a:solidFill>
                      <a:schemeClr val="accent1">
                        <a:lumMod val="40000"/>
                        <a:lumOff val="60000"/>
                      </a:schemeClr>
                    </a:solidFill>
                  </a:tcPr>
                </a:tc>
                <a:extLst>
                  <a:ext uri="{0D108BD9-81ED-4DB2-BD59-A6C34878D82A}">
                    <a16:rowId xmlns:a16="http://schemas.microsoft.com/office/drawing/2014/main" val="3118641281"/>
                  </a:ext>
                </a:extLst>
              </a:tr>
              <a:tr h="378700">
                <a:tc>
                  <a:txBody>
                    <a:bodyPr/>
                    <a:lstStyle/>
                    <a:p>
                      <a:pPr algn="ctr"/>
                      <a:r>
                        <a:rPr lang="en-US" dirty="0"/>
                        <a:t>No</a:t>
                      </a:r>
                    </a:p>
                  </a:txBody>
                  <a:tcPr>
                    <a:solidFill>
                      <a:schemeClr val="accent1">
                        <a:lumMod val="40000"/>
                        <a:lumOff val="60000"/>
                      </a:schemeClr>
                    </a:solidFill>
                  </a:tcPr>
                </a:tc>
                <a:tc>
                  <a:txBody>
                    <a:bodyPr/>
                    <a:lstStyle/>
                    <a:p>
                      <a:pPr algn="ctr"/>
                      <a:r>
                        <a:rPr lang="en-US" dirty="0"/>
                        <a:t>Yes</a:t>
                      </a:r>
                    </a:p>
                  </a:txBody>
                  <a:tcPr>
                    <a:solidFill>
                      <a:schemeClr val="accent1">
                        <a:lumMod val="40000"/>
                        <a:lumOff val="60000"/>
                      </a:schemeClr>
                    </a:solidFill>
                  </a:tcPr>
                </a:tc>
                <a:tc>
                  <a:txBody>
                    <a:bodyPr/>
                    <a:lstStyle/>
                    <a:p>
                      <a:pPr algn="ctr"/>
                      <a:r>
                        <a:rPr lang="en-US" dirty="0"/>
                        <a:t>35</a:t>
                      </a:r>
                    </a:p>
                  </a:txBody>
                  <a:tcPr>
                    <a:solidFill>
                      <a:schemeClr val="accent1">
                        <a:lumMod val="40000"/>
                        <a:lumOff val="60000"/>
                      </a:schemeClr>
                    </a:solidFill>
                  </a:tcPr>
                </a:tc>
                <a:tc>
                  <a:txBody>
                    <a:bodyPr/>
                    <a:lstStyle/>
                    <a:p>
                      <a:pPr algn="ctr"/>
                      <a:r>
                        <a:rPr lang="en-US" dirty="0">
                          <a:solidFill>
                            <a:srgbClr val="0070C0"/>
                          </a:solidFill>
                        </a:rPr>
                        <a:t>Yes</a:t>
                      </a:r>
                    </a:p>
                  </a:txBody>
                  <a:tcPr>
                    <a:solidFill>
                      <a:schemeClr val="accent1">
                        <a:lumMod val="40000"/>
                        <a:lumOff val="60000"/>
                      </a:schemeClr>
                    </a:solidFill>
                  </a:tcPr>
                </a:tc>
                <a:extLst>
                  <a:ext uri="{0D108BD9-81ED-4DB2-BD59-A6C34878D82A}">
                    <a16:rowId xmlns:a16="http://schemas.microsoft.com/office/drawing/2014/main" val="871524058"/>
                  </a:ext>
                </a:extLst>
              </a:tr>
              <a:tr h="378700">
                <a:tc>
                  <a:txBody>
                    <a:bodyPr/>
                    <a:lstStyle/>
                    <a:p>
                      <a:pPr algn="ctr"/>
                      <a:r>
                        <a:rPr lang="en-US" dirty="0"/>
                        <a:t>Yes</a:t>
                      </a:r>
                    </a:p>
                  </a:txBody>
                  <a:tcPr>
                    <a:solidFill>
                      <a:schemeClr val="accent1">
                        <a:lumMod val="40000"/>
                        <a:lumOff val="60000"/>
                      </a:schemeClr>
                    </a:solidFill>
                  </a:tcPr>
                </a:tc>
                <a:tc>
                  <a:txBody>
                    <a:bodyPr/>
                    <a:lstStyle/>
                    <a:p>
                      <a:pPr algn="ctr"/>
                      <a:r>
                        <a:rPr lang="en-US" dirty="0"/>
                        <a:t>Yes</a:t>
                      </a:r>
                    </a:p>
                  </a:txBody>
                  <a:tcPr>
                    <a:solidFill>
                      <a:schemeClr val="accent1">
                        <a:lumMod val="40000"/>
                        <a:lumOff val="60000"/>
                      </a:schemeClr>
                    </a:solidFill>
                  </a:tcPr>
                </a:tc>
                <a:tc>
                  <a:txBody>
                    <a:bodyPr/>
                    <a:lstStyle/>
                    <a:p>
                      <a:pPr algn="ctr"/>
                      <a:r>
                        <a:rPr lang="en-US" dirty="0"/>
                        <a:t>38</a:t>
                      </a:r>
                    </a:p>
                  </a:txBody>
                  <a:tcPr>
                    <a:solidFill>
                      <a:schemeClr val="accent1">
                        <a:lumMod val="40000"/>
                        <a:lumOff val="60000"/>
                      </a:schemeClr>
                    </a:solidFill>
                  </a:tcPr>
                </a:tc>
                <a:tc>
                  <a:txBody>
                    <a:bodyPr/>
                    <a:lstStyle/>
                    <a:p>
                      <a:pPr algn="ctr"/>
                      <a:r>
                        <a:rPr lang="en-US" dirty="0">
                          <a:solidFill>
                            <a:srgbClr val="0070C0"/>
                          </a:solidFill>
                        </a:rPr>
                        <a:t>Yes</a:t>
                      </a:r>
                    </a:p>
                  </a:txBody>
                  <a:tcPr>
                    <a:solidFill>
                      <a:schemeClr val="accent1">
                        <a:lumMod val="40000"/>
                        <a:lumOff val="60000"/>
                      </a:schemeClr>
                    </a:solidFill>
                  </a:tcPr>
                </a:tc>
                <a:extLst>
                  <a:ext uri="{0D108BD9-81ED-4DB2-BD59-A6C34878D82A}">
                    <a16:rowId xmlns:a16="http://schemas.microsoft.com/office/drawing/2014/main" val="4182765875"/>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262163810"/>
                  </a:ext>
                </a:extLst>
              </a:tr>
              <a:tr h="378700">
                <a:tc>
                  <a:txBody>
                    <a:bodyPr/>
                    <a:lstStyle/>
                    <a:p>
                      <a:pPr algn="ctr"/>
                      <a:r>
                        <a:rPr lang="en-US" dirty="0"/>
                        <a:t>No</a:t>
                      </a:r>
                    </a:p>
                  </a:txBody>
                  <a:tcPr/>
                </a:tc>
                <a:tc>
                  <a:txBody>
                    <a:bodyPr/>
                    <a:lstStyle/>
                    <a:p>
                      <a:pPr algn="ctr"/>
                      <a:r>
                        <a:rPr lang="en-US" dirty="0"/>
                        <a:t>No</a:t>
                      </a:r>
                    </a:p>
                  </a:txBody>
                  <a:tcPr/>
                </a:tc>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185019788"/>
                  </a:ext>
                </a:extLst>
              </a:tr>
            </a:tbl>
          </a:graphicData>
        </a:graphic>
      </p:graphicFrame>
      <p:sp>
        <p:nvSpPr>
          <p:cNvPr id="6" name="Rectangle: Rounded Corners 5">
            <a:extLst>
              <a:ext uri="{FF2B5EF4-FFF2-40B4-BE49-F238E27FC236}">
                <a16:creationId xmlns:a16="http://schemas.microsoft.com/office/drawing/2014/main" id="{144484ED-C71A-4599-E130-5D48E54F360F}"/>
              </a:ext>
            </a:extLst>
          </p:cNvPr>
          <p:cNvSpPr/>
          <p:nvPr/>
        </p:nvSpPr>
        <p:spPr>
          <a:xfrm>
            <a:off x="524378" y="5169022"/>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1                      1</a:t>
            </a:r>
          </a:p>
        </p:txBody>
      </p:sp>
      <p:sp>
        <p:nvSpPr>
          <p:cNvPr id="7" name="Rectangle: Rounded Corners 6">
            <a:extLst>
              <a:ext uri="{FF2B5EF4-FFF2-40B4-BE49-F238E27FC236}">
                <a16:creationId xmlns:a16="http://schemas.microsoft.com/office/drawing/2014/main" id="{9034ADBA-33AF-CE54-C9D2-E1E0A77493F0}"/>
              </a:ext>
            </a:extLst>
          </p:cNvPr>
          <p:cNvSpPr/>
          <p:nvPr/>
        </p:nvSpPr>
        <p:spPr>
          <a:xfrm>
            <a:off x="2143951" y="4086724"/>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Loves Popcorn</a:t>
            </a:r>
          </a:p>
        </p:txBody>
      </p:sp>
      <p:cxnSp>
        <p:nvCxnSpPr>
          <p:cNvPr id="8" name="Straight Arrow Connector 7">
            <a:extLst>
              <a:ext uri="{FF2B5EF4-FFF2-40B4-BE49-F238E27FC236}">
                <a16:creationId xmlns:a16="http://schemas.microsoft.com/office/drawing/2014/main" id="{9A91019F-26CB-31F4-0F61-FF3426F7F617}"/>
              </a:ext>
            </a:extLst>
          </p:cNvPr>
          <p:cNvCxnSpPr/>
          <p:nvPr/>
        </p:nvCxnSpPr>
        <p:spPr>
          <a:xfrm flipH="1">
            <a:off x="1524019" y="4660162"/>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10E344C-8529-06CB-958C-79458532AF1D}"/>
              </a:ext>
            </a:extLst>
          </p:cNvPr>
          <p:cNvCxnSpPr>
            <a:cxnSpLocks/>
          </p:cNvCxnSpPr>
          <p:nvPr/>
        </p:nvCxnSpPr>
        <p:spPr>
          <a:xfrm>
            <a:off x="4143232" y="4660162"/>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F77DB7-3AF0-B65B-8863-BF3A567479D6}"/>
              </a:ext>
            </a:extLst>
          </p:cNvPr>
          <p:cNvCxnSpPr>
            <a:cxnSpLocks/>
          </p:cNvCxnSpPr>
          <p:nvPr/>
        </p:nvCxnSpPr>
        <p:spPr>
          <a:xfrm>
            <a:off x="524378" y="5992154"/>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828E3B6D-73F8-D094-878C-22A671D72B1B}"/>
              </a:ext>
            </a:extLst>
          </p:cNvPr>
          <p:cNvSpPr/>
          <p:nvPr/>
        </p:nvSpPr>
        <p:spPr>
          <a:xfrm>
            <a:off x="3864598" y="5170420"/>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2                      0</a:t>
            </a:r>
          </a:p>
        </p:txBody>
      </p:sp>
      <p:cxnSp>
        <p:nvCxnSpPr>
          <p:cNvPr id="12" name="Straight Connector 11">
            <a:extLst>
              <a:ext uri="{FF2B5EF4-FFF2-40B4-BE49-F238E27FC236}">
                <a16:creationId xmlns:a16="http://schemas.microsoft.com/office/drawing/2014/main" id="{B41FF7B5-F7D8-001B-498C-F8785A373D86}"/>
              </a:ext>
            </a:extLst>
          </p:cNvPr>
          <p:cNvCxnSpPr>
            <a:cxnSpLocks/>
          </p:cNvCxnSpPr>
          <p:nvPr/>
        </p:nvCxnSpPr>
        <p:spPr>
          <a:xfrm>
            <a:off x="3880243" y="5992585"/>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79DD87D-F1D1-8046-0901-5270A5225676}"/>
              </a:ext>
            </a:extLst>
          </p:cNvPr>
          <p:cNvSpPr txBox="1"/>
          <p:nvPr/>
        </p:nvSpPr>
        <p:spPr>
          <a:xfrm>
            <a:off x="1407299" y="4522466"/>
            <a:ext cx="619932" cy="425822"/>
          </a:xfrm>
          <a:prstGeom prst="rect">
            <a:avLst/>
          </a:prstGeom>
          <a:noFill/>
        </p:spPr>
        <p:txBody>
          <a:bodyPr wrap="square" rtlCol="0">
            <a:spAutoFit/>
          </a:bodyPr>
          <a:lstStyle/>
          <a:p>
            <a:r>
              <a:rPr lang="en-US" dirty="0"/>
              <a:t>Yes</a:t>
            </a:r>
          </a:p>
        </p:txBody>
      </p:sp>
      <p:sp>
        <p:nvSpPr>
          <p:cNvPr id="14" name="TextBox 13">
            <a:extLst>
              <a:ext uri="{FF2B5EF4-FFF2-40B4-BE49-F238E27FC236}">
                <a16:creationId xmlns:a16="http://schemas.microsoft.com/office/drawing/2014/main" id="{7B9110C5-3293-5A6A-FD9E-6364651086E2}"/>
              </a:ext>
            </a:extLst>
          </p:cNvPr>
          <p:cNvSpPr txBox="1"/>
          <p:nvPr/>
        </p:nvSpPr>
        <p:spPr>
          <a:xfrm>
            <a:off x="4336458" y="4507086"/>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3642580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5ADC-FD38-0286-20FD-A4E74BBDDBD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82DACB2-D598-FC4D-F806-B25C1B531852}"/>
              </a:ext>
            </a:extLst>
          </p:cNvPr>
          <p:cNvSpPr>
            <a:spLocks noGrp="1"/>
          </p:cNvSpPr>
          <p:nvPr>
            <p:ph idx="1"/>
          </p:nvPr>
        </p:nvSpPr>
        <p:spPr>
          <a:xfrm>
            <a:off x="842349" y="1825625"/>
            <a:ext cx="5202124" cy="4351338"/>
          </a:xfrm>
        </p:spPr>
        <p:txBody>
          <a:bodyPr/>
          <a:lstStyle/>
          <a:p>
            <a:r>
              <a:rPr lang="en-US" dirty="0"/>
              <a:t>However, when we split the 4 people based on Age &lt; 12.5, the Gini Impurity = 0.</a:t>
            </a:r>
          </a:p>
        </p:txBody>
      </p:sp>
      <p:sp>
        <p:nvSpPr>
          <p:cNvPr id="4" name="Slide Number Placeholder 3">
            <a:extLst>
              <a:ext uri="{FF2B5EF4-FFF2-40B4-BE49-F238E27FC236}">
                <a16:creationId xmlns:a16="http://schemas.microsoft.com/office/drawing/2014/main" id="{4658B5E0-177F-918D-A8E1-3B9D0A50483E}"/>
              </a:ext>
            </a:extLst>
          </p:cNvPr>
          <p:cNvSpPr>
            <a:spLocks noGrp="1"/>
          </p:cNvSpPr>
          <p:nvPr>
            <p:ph type="sldNum" sz="quarter" idx="12"/>
          </p:nvPr>
        </p:nvSpPr>
        <p:spPr/>
        <p:txBody>
          <a:bodyPr/>
          <a:lstStyle/>
          <a:p>
            <a:fld id="{8D85F329-02EE-4F4A-8B74-A22642379FE5}" type="slidenum">
              <a:rPr lang="en-US" smtClean="0"/>
              <a:t>33</a:t>
            </a:fld>
            <a:endParaRPr lang="en-US"/>
          </a:p>
        </p:txBody>
      </p:sp>
      <p:graphicFrame>
        <p:nvGraphicFramePr>
          <p:cNvPr id="5" name="Table 5">
            <a:extLst>
              <a:ext uri="{FF2B5EF4-FFF2-40B4-BE49-F238E27FC236}">
                <a16:creationId xmlns:a16="http://schemas.microsoft.com/office/drawing/2014/main" id="{23CA1A7F-016D-0F69-CCA3-36D8DA977DD0}"/>
              </a:ext>
            </a:extLst>
          </p:cNvPr>
          <p:cNvGraphicFramePr>
            <a:graphicFrameLocks noGrp="1"/>
          </p:cNvGraphicFramePr>
          <p:nvPr/>
        </p:nvGraphicFramePr>
        <p:xfrm>
          <a:off x="6065406" y="1825625"/>
          <a:ext cx="6110056" cy="3473860"/>
        </p:xfrm>
        <a:graphic>
          <a:graphicData uri="http://schemas.openxmlformats.org/drawingml/2006/table">
            <a:tbl>
              <a:tblPr firstRow="1" bandRow="1">
                <a:tableStyleId>{5940675A-B579-460E-94D1-54222C63F5DA}</a:tableStyleId>
              </a:tblPr>
              <a:tblGrid>
                <a:gridCol w="1527514">
                  <a:extLst>
                    <a:ext uri="{9D8B030D-6E8A-4147-A177-3AD203B41FA5}">
                      <a16:colId xmlns:a16="http://schemas.microsoft.com/office/drawing/2014/main" val="3970593616"/>
                    </a:ext>
                  </a:extLst>
                </a:gridCol>
                <a:gridCol w="1527514">
                  <a:extLst>
                    <a:ext uri="{9D8B030D-6E8A-4147-A177-3AD203B41FA5}">
                      <a16:colId xmlns:a16="http://schemas.microsoft.com/office/drawing/2014/main" val="2934454268"/>
                    </a:ext>
                  </a:extLst>
                </a:gridCol>
                <a:gridCol w="1527514">
                  <a:extLst>
                    <a:ext uri="{9D8B030D-6E8A-4147-A177-3AD203B41FA5}">
                      <a16:colId xmlns:a16="http://schemas.microsoft.com/office/drawing/2014/main" val="652247648"/>
                    </a:ext>
                  </a:extLst>
                </a:gridCol>
                <a:gridCol w="1527514">
                  <a:extLst>
                    <a:ext uri="{9D8B030D-6E8A-4147-A177-3AD203B41FA5}">
                      <a16:colId xmlns:a16="http://schemas.microsoft.com/office/drawing/2014/main" val="2616932534"/>
                    </a:ext>
                  </a:extLst>
                </a:gridCol>
              </a:tblGrid>
              <a:tr h="378700">
                <a:tc>
                  <a:txBody>
                    <a:bodyPr/>
                    <a:lstStyle/>
                    <a:p>
                      <a:pPr algn="ctr"/>
                      <a:r>
                        <a:rPr lang="en-US" sz="2400" b="1" dirty="0">
                          <a:solidFill>
                            <a:schemeClr val="accent2">
                              <a:lumMod val="75000"/>
                            </a:schemeClr>
                          </a:solidFill>
                        </a:rPr>
                        <a:t>Loves Popcorn</a:t>
                      </a:r>
                      <a:endParaRPr lang="en-US" sz="2400" b="1" dirty="0"/>
                    </a:p>
                  </a:txBody>
                  <a:tcPr/>
                </a:tc>
                <a:tc>
                  <a:txBody>
                    <a:bodyPr/>
                    <a:lstStyle/>
                    <a:p>
                      <a:pPr algn="ctr"/>
                      <a:r>
                        <a:rPr lang="en-US" sz="2400" b="1" dirty="0">
                          <a:solidFill>
                            <a:schemeClr val="accent2">
                              <a:lumMod val="75000"/>
                            </a:schemeClr>
                          </a:solidFill>
                        </a:rPr>
                        <a:t>Loves Soda</a:t>
                      </a:r>
                      <a:endParaRPr lang="en-US" sz="2400" b="1" dirty="0"/>
                    </a:p>
                  </a:txBody>
                  <a:tcPr/>
                </a:tc>
                <a:tc>
                  <a:txBody>
                    <a:bodyPr/>
                    <a:lstStyle/>
                    <a:p>
                      <a:pPr algn="ctr"/>
                      <a:r>
                        <a:rPr lang="en-US" sz="2400" b="1" dirty="0">
                          <a:solidFill>
                            <a:schemeClr val="accent2">
                              <a:lumMod val="75000"/>
                            </a:schemeClr>
                          </a:solidFill>
                        </a:rPr>
                        <a:t>Age</a:t>
                      </a:r>
                      <a:endParaRPr lang="en-US" sz="2400" b="1" dirty="0"/>
                    </a:p>
                  </a:txBody>
                  <a:tcPr/>
                </a:tc>
                <a:tc>
                  <a:txBody>
                    <a:bodyPr/>
                    <a:lstStyle/>
                    <a:p>
                      <a:pPr algn="ctr"/>
                      <a:r>
                        <a:rPr lang="en-US" sz="2400" b="1" dirty="0">
                          <a:solidFill>
                            <a:srgbClr val="00B050"/>
                          </a:solidFill>
                        </a:rPr>
                        <a:t>Music 1</a:t>
                      </a:r>
                      <a:endParaRPr lang="en-US" sz="2400" b="1" dirty="0"/>
                    </a:p>
                  </a:txBody>
                  <a:tcPr/>
                </a:tc>
                <a:extLst>
                  <a:ext uri="{0D108BD9-81ED-4DB2-BD59-A6C34878D82A}">
                    <a16:rowId xmlns:a16="http://schemas.microsoft.com/office/drawing/2014/main" val="939989933"/>
                  </a:ext>
                </a:extLst>
              </a:tr>
              <a:tr h="378700">
                <a:tc>
                  <a:txBody>
                    <a:bodyPr/>
                    <a:lstStyle/>
                    <a:p>
                      <a:pPr algn="ctr"/>
                      <a:r>
                        <a:rPr lang="en-US" dirty="0"/>
                        <a:t>Yes</a:t>
                      </a:r>
                    </a:p>
                  </a:txBody>
                  <a:tcPr>
                    <a:solidFill>
                      <a:schemeClr val="accent1">
                        <a:lumMod val="40000"/>
                        <a:lumOff val="60000"/>
                      </a:schemeClr>
                    </a:solidFill>
                  </a:tcPr>
                </a:tc>
                <a:tc>
                  <a:txBody>
                    <a:bodyPr/>
                    <a:lstStyle/>
                    <a:p>
                      <a:pPr algn="ctr"/>
                      <a:r>
                        <a:rPr lang="en-US" dirty="0"/>
                        <a:t>Yes</a:t>
                      </a:r>
                    </a:p>
                  </a:txBody>
                  <a:tcPr>
                    <a:solidFill>
                      <a:schemeClr val="accent1">
                        <a:lumMod val="40000"/>
                        <a:lumOff val="60000"/>
                      </a:schemeClr>
                    </a:solidFill>
                  </a:tcPr>
                </a:tc>
                <a:tc>
                  <a:txBody>
                    <a:bodyPr/>
                    <a:lstStyle/>
                    <a:p>
                      <a:pPr algn="ctr"/>
                      <a:r>
                        <a:rPr lang="en-US" dirty="0"/>
                        <a:t>7</a:t>
                      </a:r>
                    </a:p>
                  </a:txBody>
                  <a:tcPr>
                    <a:solidFill>
                      <a:schemeClr val="accent1">
                        <a:lumMod val="40000"/>
                        <a:lumOff val="60000"/>
                      </a:schemeClr>
                    </a:solidFill>
                  </a:tcPr>
                </a:tc>
                <a:tc>
                  <a:txBody>
                    <a:bodyPr/>
                    <a:lstStyle/>
                    <a:p>
                      <a:pPr algn="ctr"/>
                      <a:r>
                        <a:rPr lang="en-US" dirty="0">
                          <a:solidFill>
                            <a:srgbClr val="FF0000"/>
                          </a:solidFill>
                        </a:rPr>
                        <a:t>No</a:t>
                      </a:r>
                    </a:p>
                  </a:txBody>
                  <a:tcPr>
                    <a:solidFill>
                      <a:schemeClr val="accent1">
                        <a:lumMod val="40000"/>
                        <a:lumOff val="60000"/>
                      </a:schemeClr>
                    </a:solidFill>
                  </a:tcPr>
                </a:tc>
                <a:extLst>
                  <a:ext uri="{0D108BD9-81ED-4DB2-BD59-A6C34878D82A}">
                    <a16:rowId xmlns:a16="http://schemas.microsoft.com/office/drawing/2014/main" val="3808463981"/>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12</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118996182"/>
                  </a:ext>
                </a:extLst>
              </a:tr>
              <a:tr h="378700">
                <a:tc>
                  <a:txBody>
                    <a:bodyPr/>
                    <a:lstStyle/>
                    <a:p>
                      <a:pPr algn="ctr"/>
                      <a:r>
                        <a:rPr lang="en-US" dirty="0"/>
                        <a:t>No</a:t>
                      </a:r>
                    </a:p>
                  </a:txBody>
                  <a:tcPr>
                    <a:solidFill>
                      <a:schemeClr val="accent1">
                        <a:lumMod val="40000"/>
                        <a:lumOff val="60000"/>
                      </a:schemeClr>
                    </a:solidFill>
                  </a:tcPr>
                </a:tc>
                <a:tc>
                  <a:txBody>
                    <a:bodyPr/>
                    <a:lstStyle/>
                    <a:p>
                      <a:pPr algn="ctr"/>
                      <a:r>
                        <a:rPr lang="en-US" dirty="0"/>
                        <a:t>Yes</a:t>
                      </a:r>
                    </a:p>
                  </a:txBody>
                  <a:tcPr>
                    <a:solidFill>
                      <a:schemeClr val="accent1">
                        <a:lumMod val="40000"/>
                        <a:lumOff val="60000"/>
                      </a:schemeClr>
                    </a:solidFill>
                  </a:tcPr>
                </a:tc>
                <a:tc>
                  <a:txBody>
                    <a:bodyPr/>
                    <a:lstStyle/>
                    <a:p>
                      <a:pPr algn="ctr"/>
                      <a:r>
                        <a:rPr lang="en-US" dirty="0"/>
                        <a:t>18</a:t>
                      </a:r>
                    </a:p>
                  </a:txBody>
                  <a:tcPr>
                    <a:solidFill>
                      <a:schemeClr val="accent1">
                        <a:lumMod val="40000"/>
                        <a:lumOff val="60000"/>
                      </a:schemeClr>
                    </a:solidFill>
                  </a:tcPr>
                </a:tc>
                <a:tc>
                  <a:txBody>
                    <a:bodyPr/>
                    <a:lstStyle/>
                    <a:p>
                      <a:pPr algn="ctr"/>
                      <a:r>
                        <a:rPr lang="en-US" dirty="0">
                          <a:solidFill>
                            <a:srgbClr val="0070C0"/>
                          </a:solidFill>
                        </a:rPr>
                        <a:t>Yes</a:t>
                      </a:r>
                    </a:p>
                  </a:txBody>
                  <a:tcPr>
                    <a:solidFill>
                      <a:schemeClr val="accent1">
                        <a:lumMod val="40000"/>
                        <a:lumOff val="60000"/>
                      </a:schemeClr>
                    </a:solidFill>
                  </a:tcPr>
                </a:tc>
                <a:extLst>
                  <a:ext uri="{0D108BD9-81ED-4DB2-BD59-A6C34878D82A}">
                    <a16:rowId xmlns:a16="http://schemas.microsoft.com/office/drawing/2014/main" val="3118641281"/>
                  </a:ext>
                </a:extLst>
              </a:tr>
              <a:tr h="378700">
                <a:tc>
                  <a:txBody>
                    <a:bodyPr/>
                    <a:lstStyle/>
                    <a:p>
                      <a:pPr algn="ctr"/>
                      <a:r>
                        <a:rPr lang="en-US" dirty="0"/>
                        <a:t>No</a:t>
                      </a:r>
                    </a:p>
                  </a:txBody>
                  <a:tcPr>
                    <a:solidFill>
                      <a:schemeClr val="accent1">
                        <a:lumMod val="40000"/>
                        <a:lumOff val="60000"/>
                      </a:schemeClr>
                    </a:solidFill>
                  </a:tcPr>
                </a:tc>
                <a:tc>
                  <a:txBody>
                    <a:bodyPr/>
                    <a:lstStyle/>
                    <a:p>
                      <a:pPr algn="ctr"/>
                      <a:r>
                        <a:rPr lang="en-US" dirty="0"/>
                        <a:t>Yes</a:t>
                      </a:r>
                    </a:p>
                  </a:txBody>
                  <a:tcPr>
                    <a:solidFill>
                      <a:schemeClr val="accent1">
                        <a:lumMod val="40000"/>
                        <a:lumOff val="60000"/>
                      </a:schemeClr>
                    </a:solidFill>
                  </a:tcPr>
                </a:tc>
                <a:tc>
                  <a:txBody>
                    <a:bodyPr/>
                    <a:lstStyle/>
                    <a:p>
                      <a:pPr algn="ctr"/>
                      <a:r>
                        <a:rPr lang="en-US" dirty="0"/>
                        <a:t>35</a:t>
                      </a:r>
                    </a:p>
                  </a:txBody>
                  <a:tcPr>
                    <a:solidFill>
                      <a:schemeClr val="accent1">
                        <a:lumMod val="40000"/>
                        <a:lumOff val="60000"/>
                      </a:schemeClr>
                    </a:solidFill>
                  </a:tcPr>
                </a:tc>
                <a:tc>
                  <a:txBody>
                    <a:bodyPr/>
                    <a:lstStyle/>
                    <a:p>
                      <a:pPr algn="ctr"/>
                      <a:r>
                        <a:rPr lang="en-US" dirty="0">
                          <a:solidFill>
                            <a:srgbClr val="0070C0"/>
                          </a:solidFill>
                        </a:rPr>
                        <a:t>Yes</a:t>
                      </a:r>
                    </a:p>
                  </a:txBody>
                  <a:tcPr>
                    <a:solidFill>
                      <a:schemeClr val="accent1">
                        <a:lumMod val="40000"/>
                        <a:lumOff val="60000"/>
                      </a:schemeClr>
                    </a:solidFill>
                  </a:tcPr>
                </a:tc>
                <a:extLst>
                  <a:ext uri="{0D108BD9-81ED-4DB2-BD59-A6C34878D82A}">
                    <a16:rowId xmlns:a16="http://schemas.microsoft.com/office/drawing/2014/main" val="871524058"/>
                  </a:ext>
                </a:extLst>
              </a:tr>
              <a:tr h="378700">
                <a:tc>
                  <a:txBody>
                    <a:bodyPr/>
                    <a:lstStyle/>
                    <a:p>
                      <a:pPr algn="ctr"/>
                      <a:r>
                        <a:rPr lang="en-US" dirty="0"/>
                        <a:t>Yes</a:t>
                      </a:r>
                    </a:p>
                  </a:txBody>
                  <a:tcPr>
                    <a:solidFill>
                      <a:schemeClr val="accent1">
                        <a:lumMod val="40000"/>
                        <a:lumOff val="60000"/>
                      </a:schemeClr>
                    </a:solidFill>
                  </a:tcPr>
                </a:tc>
                <a:tc>
                  <a:txBody>
                    <a:bodyPr/>
                    <a:lstStyle/>
                    <a:p>
                      <a:pPr algn="ctr"/>
                      <a:r>
                        <a:rPr lang="en-US" dirty="0"/>
                        <a:t>Yes</a:t>
                      </a:r>
                    </a:p>
                  </a:txBody>
                  <a:tcPr>
                    <a:solidFill>
                      <a:schemeClr val="accent1">
                        <a:lumMod val="40000"/>
                        <a:lumOff val="60000"/>
                      </a:schemeClr>
                    </a:solidFill>
                  </a:tcPr>
                </a:tc>
                <a:tc>
                  <a:txBody>
                    <a:bodyPr/>
                    <a:lstStyle/>
                    <a:p>
                      <a:pPr algn="ctr"/>
                      <a:r>
                        <a:rPr lang="en-US" dirty="0"/>
                        <a:t>38</a:t>
                      </a:r>
                    </a:p>
                  </a:txBody>
                  <a:tcPr>
                    <a:solidFill>
                      <a:schemeClr val="accent1">
                        <a:lumMod val="40000"/>
                        <a:lumOff val="60000"/>
                      </a:schemeClr>
                    </a:solidFill>
                  </a:tcPr>
                </a:tc>
                <a:tc>
                  <a:txBody>
                    <a:bodyPr/>
                    <a:lstStyle/>
                    <a:p>
                      <a:pPr algn="ctr"/>
                      <a:r>
                        <a:rPr lang="en-US" dirty="0">
                          <a:solidFill>
                            <a:srgbClr val="0070C0"/>
                          </a:solidFill>
                        </a:rPr>
                        <a:t>Yes</a:t>
                      </a:r>
                    </a:p>
                  </a:txBody>
                  <a:tcPr>
                    <a:solidFill>
                      <a:schemeClr val="accent1">
                        <a:lumMod val="40000"/>
                        <a:lumOff val="60000"/>
                      </a:schemeClr>
                    </a:solidFill>
                  </a:tcPr>
                </a:tc>
                <a:extLst>
                  <a:ext uri="{0D108BD9-81ED-4DB2-BD59-A6C34878D82A}">
                    <a16:rowId xmlns:a16="http://schemas.microsoft.com/office/drawing/2014/main" val="4182765875"/>
                  </a:ext>
                </a:extLst>
              </a:tr>
              <a:tr h="378700">
                <a:tc>
                  <a:txBody>
                    <a:bodyPr/>
                    <a:lstStyle/>
                    <a:p>
                      <a:pPr algn="ctr"/>
                      <a:r>
                        <a:rPr lang="en-US" dirty="0"/>
                        <a:t>Yes</a:t>
                      </a:r>
                    </a:p>
                  </a:txBody>
                  <a:tcPr/>
                </a:tc>
                <a:tc>
                  <a:txBody>
                    <a:bodyPr/>
                    <a:lstStyle/>
                    <a:p>
                      <a:pPr algn="ctr"/>
                      <a:r>
                        <a:rPr lang="en-US" dirty="0"/>
                        <a:t>No</a:t>
                      </a:r>
                    </a:p>
                  </a:txBody>
                  <a:tcPr/>
                </a:tc>
                <a:tc>
                  <a:txBody>
                    <a:bodyPr/>
                    <a:lstStyle/>
                    <a:p>
                      <a:pPr algn="ctr"/>
                      <a:r>
                        <a:rPr lang="en-US" dirty="0"/>
                        <a:t>50</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4262163810"/>
                  </a:ext>
                </a:extLst>
              </a:tr>
              <a:tr h="378700">
                <a:tc>
                  <a:txBody>
                    <a:bodyPr/>
                    <a:lstStyle/>
                    <a:p>
                      <a:pPr algn="ctr"/>
                      <a:r>
                        <a:rPr lang="en-US" dirty="0"/>
                        <a:t>No</a:t>
                      </a:r>
                    </a:p>
                  </a:txBody>
                  <a:tcPr/>
                </a:tc>
                <a:tc>
                  <a:txBody>
                    <a:bodyPr/>
                    <a:lstStyle/>
                    <a:p>
                      <a:pPr algn="ctr"/>
                      <a:r>
                        <a:rPr lang="en-US" dirty="0"/>
                        <a:t>No</a:t>
                      </a:r>
                    </a:p>
                  </a:txBody>
                  <a:tcPr/>
                </a:tc>
                <a:tc>
                  <a:txBody>
                    <a:bodyPr/>
                    <a:lstStyle/>
                    <a:p>
                      <a:pPr algn="ctr"/>
                      <a:r>
                        <a:rPr lang="en-US" dirty="0"/>
                        <a:t>83</a:t>
                      </a:r>
                    </a:p>
                  </a:txBody>
                  <a:tcPr/>
                </a:tc>
                <a:tc>
                  <a:txBody>
                    <a:bodyPr/>
                    <a:lstStyle/>
                    <a:p>
                      <a:pPr algn="ctr"/>
                      <a:r>
                        <a:rPr lang="en-US" dirty="0">
                          <a:solidFill>
                            <a:srgbClr val="FF0000"/>
                          </a:solidFill>
                        </a:rPr>
                        <a:t>No</a:t>
                      </a:r>
                    </a:p>
                  </a:txBody>
                  <a:tcPr/>
                </a:tc>
                <a:extLst>
                  <a:ext uri="{0D108BD9-81ED-4DB2-BD59-A6C34878D82A}">
                    <a16:rowId xmlns:a16="http://schemas.microsoft.com/office/drawing/2014/main" val="3185019788"/>
                  </a:ext>
                </a:extLst>
              </a:tr>
            </a:tbl>
          </a:graphicData>
        </a:graphic>
      </p:graphicFrame>
      <p:sp>
        <p:nvSpPr>
          <p:cNvPr id="6" name="Rectangle: Rounded Corners 5">
            <a:extLst>
              <a:ext uri="{FF2B5EF4-FFF2-40B4-BE49-F238E27FC236}">
                <a16:creationId xmlns:a16="http://schemas.microsoft.com/office/drawing/2014/main" id="{144484ED-C71A-4599-E130-5D48E54F360F}"/>
              </a:ext>
            </a:extLst>
          </p:cNvPr>
          <p:cNvSpPr/>
          <p:nvPr/>
        </p:nvSpPr>
        <p:spPr>
          <a:xfrm>
            <a:off x="524378" y="5169022"/>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0                      1</a:t>
            </a:r>
          </a:p>
        </p:txBody>
      </p:sp>
      <p:sp>
        <p:nvSpPr>
          <p:cNvPr id="7" name="Rectangle: Rounded Corners 6">
            <a:extLst>
              <a:ext uri="{FF2B5EF4-FFF2-40B4-BE49-F238E27FC236}">
                <a16:creationId xmlns:a16="http://schemas.microsoft.com/office/drawing/2014/main" id="{9034ADBA-33AF-CE54-C9D2-E1E0A77493F0}"/>
              </a:ext>
            </a:extLst>
          </p:cNvPr>
          <p:cNvSpPr/>
          <p:nvPr/>
        </p:nvSpPr>
        <p:spPr>
          <a:xfrm>
            <a:off x="2143951" y="4086724"/>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Age &lt; 12.5</a:t>
            </a:r>
          </a:p>
        </p:txBody>
      </p:sp>
      <p:cxnSp>
        <p:nvCxnSpPr>
          <p:cNvPr id="8" name="Straight Arrow Connector 7">
            <a:extLst>
              <a:ext uri="{FF2B5EF4-FFF2-40B4-BE49-F238E27FC236}">
                <a16:creationId xmlns:a16="http://schemas.microsoft.com/office/drawing/2014/main" id="{9A91019F-26CB-31F4-0F61-FF3426F7F617}"/>
              </a:ext>
            </a:extLst>
          </p:cNvPr>
          <p:cNvCxnSpPr/>
          <p:nvPr/>
        </p:nvCxnSpPr>
        <p:spPr>
          <a:xfrm flipH="1">
            <a:off x="1524019" y="4660162"/>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10E344C-8529-06CB-958C-79458532AF1D}"/>
              </a:ext>
            </a:extLst>
          </p:cNvPr>
          <p:cNvCxnSpPr>
            <a:cxnSpLocks/>
          </p:cNvCxnSpPr>
          <p:nvPr/>
        </p:nvCxnSpPr>
        <p:spPr>
          <a:xfrm>
            <a:off x="4143232" y="4660162"/>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F77DB7-3AF0-B65B-8863-BF3A567479D6}"/>
              </a:ext>
            </a:extLst>
          </p:cNvPr>
          <p:cNvCxnSpPr>
            <a:cxnSpLocks/>
          </p:cNvCxnSpPr>
          <p:nvPr/>
        </p:nvCxnSpPr>
        <p:spPr>
          <a:xfrm>
            <a:off x="524378" y="5992154"/>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828E3B6D-73F8-D094-878C-22A671D72B1B}"/>
              </a:ext>
            </a:extLst>
          </p:cNvPr>
          <p:cNvSpPr/>
          <p:nvPr/>
        </p:nvSpPr>
        <p:spPr>
          <a:xfrm>
            <a:off x="3864598" y="5170420"/>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3                      0</a:t>
            </a:r>
          </a:p>
        </p:txBody>
      </p:sp>
      <p:cxnSp>
        <p:nvCxnSpPr>
          <p:cNvPr id="12" name="Straight Connector 11">
            <a:extLst>
              <a:ext uri="{FF2B5EF4-FFF2-40B4-BE49-F238E27FC236}">
                <a16:creationId xmlns:a16="http://schemas.microsoft.com/office/drawing/2014/main" id="{B41FF7B5-F7D8-001B-498C-F8785A373D86}"/>
              </a:ext>
            </a:extLst>
          </p:cNvPr>
          <p:cNvCxnSpPr>
            <a:cxnSpLocks/>
          </p:cNvCxnSpPr>
          <p:nvPr/>
        </p:nvCxnSpPr>
        <p:spPr>
          <a:xfrm>
            <a:off x="3880243" y="5992585"/>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79DD87D-F1D1-8046-0901-5270A5225676}"/>
              </a:ext>
            </a:extLst>
          </p:cNvPr>
          <p:cNvSpPr txBox="1"/>
          <p:nvPr/>
        </p:nvSpPr>
        <p:spPr>
          <a:xfrm>
            <a:off x="1407299" y="4522466"/>
            <a:ext cx="619932" cy="425822"/>
          </a:xfrm>
          <a:prstGeom prst="rect">
            <a:avLst/>
          </a:prstGeom>
          <a:noFill/>
        </p:spPr>
        <p:txBody>
          <a:bodyPr wrap="square" rtlCol="0">
            <a:spAutoFit/>
          </a:bodyPr>
          <a:lstStyle/>
          <a:p>
            <a:r>
              <a:rPr lang="en-US" dirty="0"/>
              <a:t>Yes</a:t>
            </a:r>
          </a:p>
        </p:txBody>
      </p:sp>
      <p:sp>
        <p:nvSpPr>
          <p:cNvPr id="14" name="TextBox 13">
            <a:extLst>
              <a:ext uri="{FF2B5EF4-FFF2-40B4-BE49-F238E27FC236}">
                <a16:creationId xmlns:a16="http://schemas.microsoft.com/office/drawing/2014/main" id="{7B9110C5-3293-5A6A-FD9E-6364651086E2}"/>
              </a:ext>
            </a:extLst>
          </p:cNvPr>
          <p:cNvSpPr txBox="1"/>
          <p:nvPr/>
        </p:nvSpPr>
        <p:spPr>
          <a:xfrm>
            <a:off x="4336458" y="4507086"/>
            <a:ext cx="619932" cy="425822"/>
          </a:xfrm>
          <a:prstGeom prst="rect">
            <a:avLst/>
          </a:prstGeom>
          <a:noFill/>
        </p:spPr>
        <p:txBody>
          <a:bodyPr wrap="square" rtlCol="0">
            <a:spAutoFit/>
          </a:bodyPr>
          <a:lstStyle/>
          <a:p>
            <a:r>
              <a:rPr lang="en-US" dirty="0"/>
              <a:t>No</a:t>
            </a:r>
          </a:p>
        </p:txBody>
      </p:sp>
      <p:sp>
        <p:nvSpPr>
          <p:cNvPr id="15" name="TextBox 14">
            <a:extLst>
              <a:ext uri="{FF2B5EF4-FFF2-40B4-BE49-F238E27FC236}">
                <a16:creationId xmlns:a16="http://schemas.microsoft.com/office/drawing/2014/main" id="{4F119BEB-D92D-0CC0-645A-DD1E75527C2B}"/>
              </a:ext>
            </a:extLst>
          </p:cNvPr>
          <p:cNvSpPr txBox="1"/>
          <p:nvPr/>
        </p:nvSpPr>
        <p:spPr>
          <a:xfrm>
            <a:off x="8767508" y="2791122"/>
            <a:ext cx="705852" cy="425822"/>
          </a:xfrm>
          <a:prstGeom prst="rect">
            <a:avLst/>
          </a:prstGeom>
          <a:noFill/>
        </p:spPr>
        <p:txBody>
          <a:bodyPr wrap="square" rtlCol="0">
            <a:spAutoFit/>
          </a:bodyPr>
          <a:lstStyle/>
          <a:p>
            <a:r>
              <a:rPr lang="en-US" dirty="0"/>
              <a:t>12.5</a:t>
            </a:r>
          </a:p>
        </p:txBody>
      </p:sp>
      <p:sp>
        <p:nvSpPr>
          <p:cNvPr id="16" name="TextBox 15">
            <a:extLst>
              <a:ext uri="{FF2B5EF4-FFF2-40B4-BE49-F238E27FC236}">
                <a16:creationId xmlns:a16="http://schemas.microsoft.com/office/drawing/2014/main" id="{426984AE-0EF7-1467-7397-880AD23763DD}"/>
              </a:ext>
            </a:extLst>
          </p:cNvPr>
          <p:cNvSpPr txBox="1"/>
          <p:nvPr/>
        </p:nvSpPr>
        <p:spPr>
          <a:xfrm>
            <a:off x="8767508" y="3574587"/>
            <a:ext cx="705852" cy="425822"/>
          </a:xfrm>
          <a:prstGeom prst="rect">
            <a:avLst/>
          </a:prstGeom>
          <a:noFill/>
        </p:spPr>
        <p:txBody>
          <a:bodyPr wrap="square" rtlCol="0">
            <a:spAutoFit/>
          </a:bodyPr>
          <a:lstStyle/>
          <a:p>
            <a:r>
              <a:rPr lang="en-US" dirty="0"/>
              <a:t>26.5</a:t>
            </a:r>
          </a:p>
        </p:txBody>
      </p:sp>
      <p:sp>
        <p:nvSpPr>
          <p:cNvPr id="17" name="TextBox 16">
            <a:extLst>
              <a:ext uri="{FF2B5EF4-FFF2-40B4-BE49-F238E27FC236}">
                <a16:creationId xmlns:a16="http://schemas.microsoft.com/office/drawing/2014/main" id="{EAE306F3-792F-A3A3-9DFC-0602584FD73C}"/>
              </a:ext>
            </a:extLst>
          </p:cNvPr>
          <p:cNvSpPr txBox="1"/>
          <p:nvPr/>
        </p:nvSpPr>
        <p:spPr>
          <a:xfrm>
            <a:off x="8755093" y="3932230"/>
            <a:ext cx="705852" cy="425822"/>
          </a:xfrm>
          <a:prstGeom prst="rect">
            <a:avLst/>
          </a:prstGeom>
          <a:noFill/>
        </p:spPr>
        <p:txBody>
          <a:bodyPr wrap="square" rtlCol="0">
            <a:spAutoFit/>
          </a:bodyPr>
          <a:lstStyle/>
          <a:p>
            <a:r>
              <a:rPr lang="en-US" dirty="0"/>
              <a:t>36.5</a:t>
            </a:r>
          </a:p>
        </p:txBody>
      </p:sp>
    </p:spTree>
    <p:extLst>
      <p:ext uri="{BB962C8B-B14F-4D97-AF65-F5344CB8AC3E}">
        <p14:creationId xmlns:p14="http://schemas.microsoft.com/office/powerpoint/2010/main" val="1750582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05828-C4CB-7904-4859-3D95BC93C78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AA7A03F-F696-6B12-0CBC-F33C401822A1}"/>
              </a:ext>
            </a:extLst>
          </p:cNvPr>
          <p:cNvSpPr>
            <a:spLocks noGrp="1"/>
          </p:cNvSpPr>
          <p:nvPr>
            <p:ph idx="1"/>
          </p:nvPr>
        </p:nvSpPr>
        <p:spPr>
          <a:xfrm>
            <a:off x="842348" y="1825625"/>
            <a:ext cx="4736331" cy="4351338"/>
          </a:xfrm>
        </p:spPr>
        <p:txBody>
          <a:bodyPr>
            <a:normAutofit/>
          </a:bodyPr>
          <a:lstStyle/>
          <a:p>
            <a:r>
              <a:rPr lang="en-US" sz="2400" dirty="0"/>
              <a:t>Now, the only thing remaining is to assign output values for each leaf.</a:t>
            </a:r>
          </a:p>
          <a:p>
            <a:r>
              <a:rPr lang="en-US" sz="2400" dirty="0"/>
              <a:t>The output of a leaf is whatever category that has the most counts.</a:t>
            </a:r>
          </a:p>
        </p:txBody>
      </p:sp>
      <p:sp>
        <p:nvSpPr>
          <p:cNvPr id="4" name="Slide Number Placeholder 3">
            <a:extLst>
              <a:ext uri="{FF2B5EF4-FFF2-40B4-BE49-F238E27FC236}">
                <a16:creationId xmlns:a16="http://schemas.microsoft.com/office/drawing/2014/main" id="{5A9F47BD-8DBE-7786-BC1E-6D4630E708DC}"/>
              </a:ext>
            </a:extLst>
          </p:cNvPr>
          <p:cNvSpPr>
            <a:spLocks noGrp="1"/>
          </p:cNvSpPr>
          <p:nvPr>
            <p:ph type="sldNum" sz="quarter" idx="12"/>
          </p:nvPr>
        </p:nvSpPr>
        <p:spPr/>
        <p:txBody>
          <a:bodyPr/>
          <a:lstStyle/>
          <a:p>
            <a:fld id="{8D85F329-02EE-4F4A-8B74-A22642379FE5}" type="slidenum">
              <a:rPr lang="en-US" smtClean="0"/>
              <a:t>34</a:t>
            </a:fld>
            <a:endParaRPr lang="en-US"/>
          </a:p>
        </p:txBody>
      </p:sp>
      <p:sp>
        <p:nvSpPr>
          <p:cNvPr id="6" name="Rectangle: Rounded Corners 5">
            <a:extLst>
              <a:ext uri="{FF2B5EF4-FFF2-40B4-BE49-F238E27FC236}">
                <a16:creationId xmlns:a16="http://schemas.microsoft.com/office/drawing/2014/main" id="{38EAE17D-82A2-71C7-3FF4-8C048E584E78}"/>
              </a:ext>
            </a:extLst>
          </p:cNvPr>
          <p:cNvSpPr/>
          <p:nvPr/>
        </p:nvSpPr>
        <p:spPr>
          <a:xfrm>
            <a:off x="7995501" y="1825625"/>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Loves Soda</a:t>
            </a:r>
          </a:p>
        </p:txBody>
      </p:sp>
      <p:cxnSp>
        <p:nvCxnSpPr>
          <p:cNvPr id="7" name="Straight Arrow Connector 6">
            <a:extLst>
              <a:ext uri="{FF2B5EF4-FFF2-40B4-BE49-F238E27FC236}">
                <a16:creationId xmlns:a16="http://schemas.microsoft.com/office/drawing/2014/main" id="{ADED2E48-9B71-5DC5-2143-01012954F973}"/>
              </a:ext>
            </a:extLst>
          </p:cNvPr>
          <p:cNvCxnSpPr>
            <a:cxnSpLocks/>
          </p:cNvCxnSpPr>
          <p:nvPr/>
        </p:nvCxnSpPr>
        <p:spPr>
          <a:xfrm flipH="1">
            <a:off x="7743038" y="2399063"/>
            <a:ext cx="252463" cy="133199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157DB9D-3087-6192-6845-62230D80EDA5}"/>
              </a:ext>
            </a:extLst>
          </p:cNvPr>
          <p:cNvCxnSpPr>
            <a:cxnSpLocks/>
          </p:cNvCxnSpPr>
          <p:nvPr/>
        </p:nvCxnSpPr>
        <p:spPr>
          <a:xfrm>
            <a:off x="9994782" y="2399063"/>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C376943-9D24-01EB-E918-3A9C4ED3820D}"/>
              </a:ext>
            </a:extLst>
          </p:cNvPr>
          <p:cNvCxnSpPr>
            <a:cxnSpLocks/>
          </p:cNvCxnSpPr>
          <p:nvPr/>
        </p:nvCxnSpPr>
        <p:spPr>
          <a:xfrm>
            <a:off x="6375928" y="3731055"/>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53D17461-ED0C-37AB-2274-7FB51B54080D}"/>
              </a:ext>
            </a:extLst>
          </p:cNvPr>
          <p:cNvSpPr/>
          <p:nvPr/>
        </p:nvSpPr>
        <p:spPr>
          <a:xfrm>
            <a:off x="9716148" y="2909321"/>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0                      3</a:t>
            </a:r>
          </a:p>
        </p:txBody>
      </p:sp>
      <p:cxnSp>
        <p:nvCxnSpPr>
          <p:cNvPr id="11" name="Straight Connector 10">
            <a:extLst>
              <a:ext uri="{FF2B5EF4-FFF2-40B4-BE49-F238E27FC236}">
                <a16:creationId xmlns:a16="http://schemas.microsoft.com/office/drawing/2014/main" id="{2D00D9F8-BDCC-C438-A0C0-B61BEAAEC73D}"/>
              </a:ext>
            </a:extLst>
          </p:cNvPr>
          <p:cNvCxnSpPr>
            <a:cxnSpLocks/>
          </p:cNvCxnSpPr>
          <p:nvPr/>
        </p:nvCxnSpPr>
        <p:spPr>
          <a:xfrm>
            <a:off x="9731793" y="3731486"/>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95BDFE5-8135-2EAD-CA45-BB2D02AD912B}"/>
              </a:ext>
            </a:extLst>
          </p:cNvPr>
          <p:cNvSpPr txBox="1"/>
          <p:nvPr/>
        </p:nvSpPr>
        <p:spPr>
          <a:xfrm>
            <a:off x="7258849" y="2261367"/>
            <a:ext cx="619932" cy="425822"/>
          </a:xfrm>
          <a:prstGeom prst="rect">
            <a:avLst/>
          </a:prstGeom>
          <a:noFill/>
        </p:spPr>
        <p:txBody>
          <a:bodyPr wrap="square" rtlCol="0">
            <a:spAutoFit/>
          </a:bodyPr>
          <a:lstStyle/>
          <a:p>
            <a:r>
              <a:rPr lang="en-US" dirty="0"/>
              <a:t>Yes</a:t>
            </a:r>
          </a:p>
        </p:txBody>
      </p:sp>
      <p:sp>
        <p:nvSpPr>
          <p:cNvPr id="13" name="TextBox 12">
            <a:extLst>
              <a:ext uri="{FF2B5EF4-FFF2-40B4-BE49-F238E27FC236}">
                <a16:creationId xmlns:a16="http://schemas.microsoft.com/office/drawing/2014/main" id="{7129EC47-EFE6-05F1-ADCE-528FF57BE09E}"/>
              </a:ext>
            </a:extLst>
          </p:cNvPr>
          <p:cNvSpPr txBox="1"/>
          <p:nvPr/>
        </p:nvSpPr>
        <p:spPr>
          <a:xfrm>
            <a:off x="10188008" y="2245987"/>
            <a:ext cx="619932" cy="425822"/>
          </a:xfrm>
          <a:prstGeom prst="rect">
            <a:avLst/>
          </a:prstGeom>
          <a:noFill/>
        </p:spPr>
        <p:txBody>
          <a:bodyPr wrap="square" rtlCol="0">
            <a:spAutoFit/>
          </a:bodyPr>
          <a:lstStyle/>
          <a:p>
            <a:r>
              <a:rPr lang="en-US" dirty="0"/>
              <a:t>No</a:t>
            </a:r>
          </a:p>
        </p:txBody>
      </p:sp>
      <p:sp>
        <p:nvSpPr>
          <p:cNvPr id="14" name="Rectangle: Rounded Corners 13">
            <a:extLst>
              <a:ext uri="{FF2B5EF4-FFF2-40B4-BE49-F238E27FC236}">
                <a16:creationId xmlns:a16="http://schemas.microsoft.com/office/drawing/2014/main" id="{F88B2A46-7155-9EB3-E5B4-76D5A2C8340E}"/>
              </a:ext>
            </a:extLst>
          </p:cNvPr>
          <p:cNvSpPr/>
          <p:nvPr/>
        </p:nvSpPr>
        <p:spPr>
          <a:xfrm>
            <a:off x="5079605" y="4825073"/>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0                      1</a:t>
            </a:r>
          </a:p>
        </p:txBody>
      </p:sp>
      <p:sp>
        <p:nvSpPr>
          <p:cNvPr id="15" name="Rectangle: Rounded Corners 14">
            <a:extLst>
              <a:ext uri="{FF2B5EF4-FFF2-40B4-BE49-F238E27FC236}">
                <a16:creationId xmlns:a16="http://schemas.microsoft.com/office/drawing/2014/main" id="{83E995DB-3BE6-3F41-0229-94B8A8A27F45}"/>
              </a:ext>
            </a:extLst>
          </p:cNvPr>
          <p:cNvSpPr/>
          <p:nvPr/>
        </p:nvSpPr>
        <p:spPr>
          <a:xfrm>
            <a:off x="6699178" y="3742775"/>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Age &lt; 12.5</a:t>
            </a:r>
          </a:p>
        </p:txBody>
      </p:sp>
      <p:cxnSp>
        <p:nvCxnSpPr>
          <p:cNvPr id="16" name="Straight Arrow Connector 15">
            <a:extLst>
              <a:ext uri="{FF2B5EF4-FFF2-40B4-BE49-F238E27FC236}">
                <a16:creationId xmlns:a16="http://schemas.microsoft.com/office/drawing/2014/main" id="{24530094-2565-3251-BBF1-04CAC286361C}"/>
              </a:ext>
            </a:extLst>
          </p:cNvPr>
          <p:cNvCxnSpPr/>
          <p:nvPr/>
        </p:nvCxnSpPr>
        <p:spPr>
          <a:xfrm flipH="1">
            <a:off x="6079246" y="4316213"/>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B6ADAAB-7F78-6747-0CCD-348B6C1BCC54}"/>
              </a:ext>
            </a:extLst>
          </p:cNvPr>
          <p:cNvCxnSpPr>
            <a:cxnSpLocks/>
          </p:cNvCxnSpPr>
          <p:nvPr/>
        </p:nvCxnSpPr>
        <p:spPr>
          <a:xfrm>
            <a:off x="8698459" y="4316213"/>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5FF442-D3E9-E8C3-B866-B522012DE755}"/>
              </a:ext>
            </a:extLst>
          </p:cNvPr>
          <p:cNvCxnSpPr>
            <a:cxnSpLocks/>
          </p:cNvCxnSpPr>
          <p:nvPr/>
        </p:nvCxnSpPr>
        <p:spPr>
          <a:xfrm>
            <a:off x="5079605" y="5648205"/>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BBA3F67C-78B9-7831-88A1-F0CF5ECAC6C2}"/>
              </a:ext>
            </a:extLst>
          </p:cNvPr>
          <p:cNvSpPr/>
          <p:nvPr/>
        </p:nvSpPr>
        <p:spPr>
          <a:xfrm>
            <a:off x="8419825" y="4826471"/>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a:p>
            <a:pPr algn="ctr"/>
            <a:r>
              <a:rPr lang="en-US" dirty="0"/>
              <a:t>Yes		No</a:t>
            </a:r>
          </a:p>
          <a:p>
            <a:pPr algn="ctr"/>
            <a:r>
              <a:rPr lang="en-US" sz="1600" dirty="0"/>
              <a:t>3                      0</a:t>
            </a:r>
          </a:p>
        </p:txBody>
      </p:sp>
      <p:cxnSp>
        <p:nvCxnSpPr>
          <p:cNvPr id="20" name="Straight Connector 19">
            <a:extLst>
              <a:ext uri="{FF2B5EF4-FFF2-40B4-BE49-F238E27FC236}">
                <a16:creationId xmlns:a16="http://schemas.microsoft.com/office/drawing/2014/main" id="{E2E8141B-C5A6-EE26-F551-32344414B558}"/>
              </a:ext>
            </a:extLst>
          </p:cNvPr>
          <p:cNvCxnSpPr>
            <a:cxnSpLocks/>
          </p:cNvCxnSpPr>
          <p:nvPr/>
        </p:nvCxnSpPr>
        <p:spPr>
          <a:xfrm>
            <a:off x="8435470" y="5648636"/>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1D4CA61-929E-FDBE-17DC-59B6F7A851F5}"/>
              </a:ext>
            </a:extLst>
          </p:cNvPr>
          <p:cNvSpPr txBox="1"/>
          <p:nvPr/>
        </p:nvSpPr>
        <p:spPr>
          <a:xfrm>
            <a:off x="5962526" y="4178517"/>
            <a:ext cx="619932" cy="425822"/>
          </a:xfrm>
          <a:prstGeom prst="rect">
            <a:avLst/>
          </a:prstGeom>
          <a:noFill/>
        </p:spPr>
        <p:txBody>
          <a:bodyPr wrap="square" rtlCol="0">
            <a:spAutoFit/>
          </a:bodyPr>
          <a:lstStyle/>
          <a:p>
            <a:r>
              <a:rPr lang="en-US" dirty="0"/>
              <a:t>Yes</a:t>
            </a:r>
          </a:p>
        </p:txBody>
      </p:sp>
      <p:sp>
        <p:nvSpPr>
          <p:cNvPr id="22" name="TextBox 21">
            <a:extLst>
              <a:ext uri="{FF2B5EF4-FFF2-40B4-BE49-F238E27FC236}">
                <a16:creationId xmlns:a16="http://schemas.microsoft.com/office/drawing/2014/main" id="{C1172844-C2D5-15B0-2ACF-C84191ADFBDE}"/>
              </a:ext>
            </a:extLst>
          </p:cNvPr>
          <p:cNvSpPr txBox="1"/>
          <p:nvPr/>
        </p:nvSpPr>
        <p:spPr>
          <a:xfrm>
            <a:off x="8891685" y="4163137"/>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1160639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05828-C4CB-7904-4859-3D95BC93C78B}"/>
              </a:ext>
            </a:extLst>
          </p:cNvPr>
          <p:cNvSpPr>
            <a:spLocks noGrp="1"/>
          </p:cNvSpPr>
          <p:nvPr>
            <p:ph type="title"/>
          </p:nvPr>
        </p:nvSpPr>
        <p:spPr/>
        <p:txBody>
          <a:bodyPr/>
          <a:lstStyle/>
          <a:p>
            <a:r>
              <a:rPr lang="en-US" dirty="0"/>
              <a:t>Example: Final Tree</a:t>
            </a:r>
          </a:p>
        </p:txBody>
      </p:sp>
      <p:sp>
        <p:nvSpPr>
          <p:cNvPr id="4" name="Slide Number Placeholder 3">
            <a:extLst>
              <a:ext uri="{FF2B5EF4-FFF2-40B4-BE49-F238E27FC236}">
                <a16:creationId xmlns:a16="http://schemas.microsoft.com/office/drawing/2014/main" id="{5A9F47BD-8DBE-7786-BC1E-6D4630E708DC}"/>
              </a:ext>
            </a:extLst>
          </p:cNvPr>
          <p:cNvSpPr>
            <a:spLocks noGrp="1"/>
          </p:cNvSpPr>
          <p:nvPr>
            <p:ph type="sldNum" sz="quarter" idx="12"/>
          </p:nvPr>
        </p:nvSpPr>
        <p:spPr/>
        <p:txBody>
          <a:bodyPr/>
          <a:lstStyle/>
          <a:p>
            <a:fld id="{8D85F329-02EE-4F4A-8B74-A22642379FE5}" type="slidenum">
              <a:rPr lang="en-US" smtClean="0"/>
              <a:t>35</a:t>
            </a:fld>
            <a:endParaRPr lang="en-US"/>
          </a:p>
        </p:txBody>
      </p:sp>
      <p:sp>
        <p:nvSpPr>
          <p:cNvPr id="6" name="Rectangle: Rounded Corners 5">
            <a:extLst>
              <a:ext uri="{FF2B5EF4-FFF2-40B4-BE49-F238E27FC236}">
                <a16:creationId xmlns:a16="http://schemas.microsoft.com/office/drawing/2014/main" id="{38EAE17D-82A2-71C7-3FF4-8C048E584E78}"/>
              </a:ext>
            </a:extLst>
          </p:cNvPr>
          <p:cNvSpPr/>
          <p:nvPr/>
        </p:nvSpPr>
        <p:spPr>
          <a:xfrm>
            <a:off x="5243909" y="1825625"/>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Loves Soda</a:t>
            </a:r>
          </a:p>
        </p:txBody>
      </p:sp>
      <p:cxnSp>
        <p:nvCxnSpPr>
          <p:cNvPr id="7" name="Straight Arrow Connector 6">
            <a:extLst>
              <a:ext uri="{FF2B5EF4-FFF2-40B4-BE49-F238E27FC236}">
                <a16:creationId xmlns:a16="http://schemas.microsoft.com/office/drawing/2014/main" id="{ADED2E48-9B71-5DC5-2143-01012954F973}"/>
              </a:ext>
            </a:extLst>
          </p:cNvPr>
          <p:cNvCxnSpPr>
            <a:cxnSpLocks/>
          </p:cNvCxnSpPr>
          <p:nvPr/>
        </p:nvCxnSpPr>
        <p:spPr>
          <a:xfrm flipH="1">
            <a:off x="4991446" y="2399063"/>
            <a:ext cx="252463" cy="133199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157DB9D-3087-6192-6845-62230D80EDA5}"/>
              </a:ext>
            </a:extLst>
          </p:cNvPr>
          <p:cNvCxnSpPr>
            <a:cxnSpLocks/>
          </p:cNvCxnSpPr>
          <p:nvPr/>
        </p:nvCxnSpPr>
        <p:spPr>
          <a:xfrm>
            <a:off x="7243190" y="2399063"/>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C376943-9D24-01EB-E918-3A9C4ED3820D}"/>
              </a:ext>
            </a:extLst>
          </p:cNvPr>
          <p:cNvCxnSpPr>
            <a:cxnSpLocks/>
          </p:cNvCxnSpPr>
          <p:nvPr/>
        </p:nvCxnSpPr>
        <p:spPr>
          <a:xfrm>
            <a:off x="3624336" y="3731055"/>
            <a:ext cx="199928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53D17461-ED0C-37AB-2274-7FB51B54080D}"/>
              </a:ext>
            </a:extLst>
          </p:cNvPr>
          <p:cNvSpPr/>
          <p:nvPr/>
        </p:nvSpPr>
        <p:spPr>
          <a:xfrm>
            <a:off x="6964556" y="2909321"/>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Doesn’t Love Music 1</a:t>
            </a:r>
          </a:p>
          <a:p>
            <a:pPr algn="ctr"/>
            <a:endParaRPr lang="en-US" sz="200" dirty="0"/>
          </a:p>
        </p:txBody>
      </p:sp>
      <p:sp>
        <p:nvSpPr>
          <p:cNvPr id="12" name="TextBox 11">
            <a:extLst>
              <a:ext uri="{FF2B5EF4-FFF2-40B4-BE49-F238E27FC236}">
                <a16:creationId xmlns:a16="http://schemas.microsoft.com/office/drawing/2014/main" id="{595BDFE5-8135-2EAD-CA45-BB2D02AD912B}"/>
              </a:ext>
            </a:extLst>
          </p:cNvPr>
          <p:cNvSpPr txBox="1"/>
          <p:nvPr/>
        </p:nvSpPr>
        <p:spPr>
          <a:xfrm>
            <a:off x="4507257" y="2261367"/>
            <a:ext cx="619932" cy="425822"/>
          </a:xfrm>
          <a:prstGeom prst="rect">
            <a:avLst/>
          </a:prstGeom>
          <a:noFill/>
        </p:spPr>
        <p:txBody>
          <a:bodyPr wrap="square" rtlCol="0">
            <a:spAutoFit/>
          </a:bodyPr>
          <a:lstStyle/>
          <a:p>
            <a:r>
              <a:rPr lang="en-US" dirty="0"/>
              <a:t>Yes</a:t>
            </a:r>
          </a:p>
        </p:txBody>
      </p:sp>
      <p:sp>
        <p:nvSpPr>
          <p:cNvPr id="13" name="TextBox 12">
            <a:extLst>
              <a:ext uri="{FF2B5EF4-FFF2-40B4-BE49-F238E27FC236}">
                <a16:creationId xmlns:a16="http://schemas.microsoft.com/office/drawing/2014/main" id="{7129EC47-EFE6-05F1-ADCE-528FF57BE09E}"/>
              </a:ext>
            </a:extLst>
          </p:cNvPr>
          <p:cNvSpPr txBox="1"/>
          <p:nvPr/>
        </p:nvSpPr>
        <p:spPr>
          <a:xfrm>
            <a:off x="7436416" y="2245987"/>
            <a:ext cx="619932" cy="425822"/>
          </a:xfrm>
          <a:prstGeom prst="rect">
            <a:avLst/>
          </a:prstGeom>
          <a:noFill/>
        </p:spPr>
        <p:txBody>
          <a:bodyPr wrap="square" rtlCol="0">
            <a:spAutoFit/>
          </a:bodyPr>
          <a:lstStyle/>
          <a:p>
            <a:r>
              <a:rPr lang="en-US" dirty="0"/>
              <a:t>No</a:t>
            </a:r>
          </a:p>
        </p:txBody>
      </p:sp>
      <p:sp>
        <p:nvSpPr>
          <p:cNvPr id="14" name="Rectangle: Rounded Corners 13">
            <a:extLst>
              <a:ext uri="{FF2B5EF4-FFF2-40B4-BE49-F238E27FC236}">
                <a16:creationId xmlns:a16="http://schemas.microsoft.com/office/drawing/2014/main" id="{F88B2A46-7155-9EB3-E5B4-76D5A2C8340E}"/>
              </a:ext>
            </a:extLst>
          </p:cNvPr>
          <p:cNvSpPr/>
          <p:nvPr/>
        </p:nvSpPr>
        <p:spPr>
          <a:xfrm>
            <a:off x="2328013" y="4825073"/>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Doesn’t Love Music 1</a:t>
            </a:r>
          </a:p>
          <a:p>
            <a:pPr algn="ctr"/>
            <a:endParaRPr lang="en-US" sz="200" dirty="0"/>
          </a:p>
        </p:txBody>
      </p:sp>
      <p:sp>
        <p:nvSpPr>
          <p:cNvPr id="15" name="Rectangle: Rounded Corners 14">
            <a:extLst>
              <a:ext uri="{FF2B5EF4-FFF2-40B4-BE49-F238E27FC236}">
                <a16:creationId xmlns:a16="http://schemas.microsoft.com/office/drawing/2014/main" id="{83E995DB-3BE6-3F41-0229-94B8A8A27F45}"/>
              </a:ext>
            </a:extLst>
          </p:cNvPr>
          <p:cNvSpPr/>
          <p:nvPr/>
        </p:nvSpPr>
        <p:spPr>
          <a:xfrm>
            <a:off x="3947586" y="3742775"/>
            <a:ext cx="1999281" cy="573438"/>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Age &lt; 12.5</a:t>
            </a:r>
          </a:p>
        </p:txBody>
      </p:sp>
      <p:cxnSp>
        <p:nvCxnSpPr>
          <p:cNvPr id="16" name="Straight Arrow Connector 15">
            <a:extLst>
              <a:ext uri="{FF2B5EF4-FFF2-40B4-BE49-F238E27FC236}">
                <a16:creationId xmlns:a16="http://schemas.microsoft.com/office/drawing/2014/main" id="{24530094-2565-3251-BBF1-04CAC286361C}"/>
              </a:ext>
            </a:extLst>
          </p:cNvPr>
          <p:cNvCxnSpPr/>
          <p:nvPr/>
        </p:nvCxnSpPr>
        <p:spPr>
          <a:xfrm flipH="1">
            <a:off x="3327654" y="4316213"/>
            <a:ext cx="61993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B6ADAAB-7F78-6747-0CCD-348B6C1BCC54}"/>
              </a:ext>
            </a:extLst>
          </p:cNvPr>
          <p:cNvCxnSpPr>
            <a:cxnSpLocks/>
          </p:cNvCxnSpPr>
          <p:nvPr/>
        </p:nvCxnSpPr>
        <p:spPr>
          <a:xfrm>
            <a:off x="5946867" y="4316213"/>
            <a:ext cx="736652" cy="4932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BBA3F67C-78B9-7831-88A1-F0CF5ECAC6C2}"/>
              </a:ext>
            </a:extLst>
          </p:cNvPr>
          <p:cNvSpPr/>
          <p:nvPr/>
        </p:nvSpPr>
        <p:spPr>
          <a:xfrm>
            <a:off x="5668233" y="4826471"/>
            <a:ext cx="1999281" cy="124359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Loves Music 1</a:t>
            </a:r>
          </a:p>
          <a:p>
            <a:pPr algn="ctr"/>
            <a:endParaRPr lang="en-US" sz="200" dirty="0"/>
          </a:p>
        </p:txBody>
      </p:sp>
      <p:sp>
        <p:nvSpPr>
          <p:cNvPr id="21" name="TextBox 20">
            <a:extLst>
              <a:ext uri="{FF2B5EF4-FFF2-40B4-BE49-F238E27FC236}">
                <a16:creationId xmlns:a16="http://schemas.microsoft.com/office/drawing/2014/main" id="{D1D4CA61-929E-FDBE-17DC-59B6F7A851F5}"/>
              </a:ext>
            </a:extLst>
          </p:cNvPr>
          <p:cNvSpPr txBox="1"/>
          <p:nvPr/>
        </p:nvSpPr>
        <p:spPr>
          <a:xfrm>
            <a:off x="3210934" y="4178517"/>
            <a:ext cx="619932" cy="425822"/>
          </a:xfrm>
          <a:prstGeom prst="rect">
            <a:avLst/>
          </a:prstGeom>
          <a:noFill/>
        </p:spPr>
        <p:txBody>
          <a:bodyPr wrap="square" rtlCol="0">
            <a:spAutoFit/>
          </a:bodyPr>
          <a:lstStyle/>
          <a:p>
            <a:r>
              <a:rPr lang="en-US" dirty="0"/>
              <a:t>Yes</a:t>
            </a:r>
          </a:p>
        </p:txBody>
      </p:sp>
      <p:sp>
        <p:nvSpPr>
          <p:cNvPr id="22" name="TextBox 21">
            <a:extLst>
              <a:ext uri="{FF2B5EF4-FFF2-40B4-BE49-F238E27FC236}">
                <a16:creationId xmlns:a16="http://schemas.microsoft.com/office/drawing/2014/main" id="{C1172844-C2D5-15B0-2ACF-C84191ADFBDE}"/>
              </a:ext>
            </a:extLst>
          </p:cNvPr>
          <p:cNvSpPr txBox="1"/>
          <p:nvPr/>
        </p:nvSpPr>
        <p:spPr>
          <a:xfrm>
            <a:off x="6140093" y="4163137"/>
            <a:ext cx="619932" cy="42582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1066425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Decision Tree in </a:t>
            </a:r>
            <a:r>
              <a:rPr lang="en-US" sz="5400" b="1" dirty="0" err="1"/>
              <a:t>sklearn</a:t>
            </a:r>
            <a:endParaRPr lang="en-US" sz="5400" b="1" i="1" dirty="0"/>
          </a:p>
        </p:txBody>
      </p:sp>
      <p:sp>
        <p:nvSpPr>
          <p:cNvPr id="2" name="Rectangle 1">
            <a:extLst>
              <a:ext uri="{FF2B5EF4-FFF2-40B4-BE49-F238E27FC236}">
                <a16:creationId xmlns:a16="http://schemas.microsoft.com/office/drawing/2014/main" id="{C4D3DC94-2E91-4327-9E7B-765406CC2F57}"/>
              </a:ext>
            </a:extLst>
          </p:cNvPr>
          <p:cNvSpPr>
            <a:spLocks noChangeArrowheads="1"/>
          </p:cNvSpPr>
          <p:nvPr/>
        </p:nvSpPr>
        <p:spPr bwMode="auto">
          <a:xfrm>
            <a:off x="210790" y="1022119"/>
            <a:ext cx="1157644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rgbClr val="0070C0"/>
                </a:solidFill>
                <a:effectLst/>
                <a:latin typeface="-apple-system"/>
              </a:rPr>
              <a:t>class </a:t>
            </a:r>
            <a:r>
              <a:rPr kumimoji="0" lang="en-US" altLang="en-US" sz="1500" b="0" i="0" u="none" strike="noStrike" cap="none" normalizeH="0" baseline="0" dirty="0" err="1">
                <a:ln>
                  <a:noFill/>
                </a:ln>
                <a:solidFill>
                  <a:srgbClr val="0070C0"/>
                </a:solidFill>
                <a:effectLst/>
                <a:latin typeface="SFMono-Regular"/>
              </a:rPr>
              <a:t>sklearn.tree.</a:t>
            </a:r>
            <a:r>
              <a:rPr kumimoji="0" lang="en-US" altLang="en-US" sz="1500" b="1" i="0" u="none" strike="noStrike" cap="none" normalizeH="0" baseline="0" dirty="0" err="1">
                <a:ln>
                  <a:noFill/>
                </a:ln>
                <a:solidFill>
                  <a:srgbClr val="0070C0"/>
                </a:solidFill>
                <a:effectLst/>
                <a:latin typeface="SFMono-Regular"/>
              </a:rPr>
              <a:t>DecisionTreeClassifier</a:t>
            </a:r>
            <a:r>
              <a:rPr kumimoji="0" lang="en-US" altLang="en-US" sz="1800" b="0" i="0" u="none" strike="noStrike" cap="none" normalizeH="0" baseline="0" dirty="0">
                <a:ln>
                  <a:noFill/>
                </a:ln>
                <a:solidFill>
                  <a:srgbClr val="0070C0"/>
                </a:solidFill>
                <a:effectLst/>
                <a:latin typeface="-apple-system"/>
              </a:rPr>
              <a:t>(</a:t>
            </a:r>
            <a:r>
              <a:rPr kumimoji="0" lang="en-US" altLang="en-US" sz="1800" b="0" i="1" u="none" strike="noStrike" cap="none" normalizeH="0" baseline="0" dirty="0">
                <a:ln>
                  <a:noFill/>
                </a:ln>
                <a:solidFill>
                  <a:srgbClr val="0070C0"/>
                </a:solidFill>
                <a:effectLst/>
                <a:latin typeface="-apple-system"/>
              </a:rPr>
              <a:t>*</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a:ln>
                  <a:noFill/>
                </a:ln>
                <a:solidFill>
                  <a:srgbClr val="0070C0"/>
                </a:solidFill>
                <a:effectLst/>
                <a:latin typeface="-apple-system"/>
              </a:rPr>
              <a:t>criterion='</a:t>
            </a:r>
            <a:r>
              <a:rPr kumimoji="0" lang="en-US" altLang="en-US" sz="1800" b="0" i="1" u="none" strike="noStrike" cap="none" normalizeH="0" baseline="0" dirty="0" err="1">
                <a:ln>
                  <a:noFill/>
                </a:ln>
                <a:solidFill>
                  <a:srgbClr val="0070C0"/>
                </a:solidFill>
                <a:effectLst/>
                <a:latin typeface="-apple-system"/>
              </a:rPr>
              <a:t>gini</a:t>
            </a:r>
            <a:r>
              <a:rPr kumimoji="0" lang="en-US" altLang="en-US" sz="1800" b="0" i="1" u="none" strike="noStrike" cap="none" normalizeH="0" baseline="0" dirty="0">
                <a:ln>
                  <a:noFill/>
                </a:ln>
                <a:solidFill>
                  <a:srgbClr val="0070C0"/>
                </a:solidFill>
                <a:effectLst/>
                <a:latin typeface="-apple-system"/>
              </a:rPr>
              <a:t>'</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a:ln>
                  <a:noFill/>
                </a:ln>
                <a:solidFill>
                  <a:srgbClr val="0070C0"/>
                </a:solidFill>
                <a:effectLst/>
                <a:latin typeface="-apple-system"/>
              </a:rPr>
              <a:t>splitter='best'</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max_depth</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min_samples_split</a:t>
            </a:r>
            <a:r>
              <a:rPr kumimoji="0" lang="en-US" altLang="en-US" sz="1800" b="0" i="1" u="none" strike="noStrike" cap="none" normalizeH="0" baseline="0" dirty="0">
                <a:ln>
                  <a:noFill/>
                </a:ln>
                <a:solidFill>
                  <a:srgbClr val="0070C0"/>
                </a:solidFill>
                <a:effectLst/>
                <a:latin typeface="-apple-system"/>
              </a:rPr>
              <a:t>=2</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min_samples_leaf</a:t>
            </a:r>
            <a:r>
              <a:rPr kumimoji="0" lang="en-US" altLang="en-US" sz="1800" b="0" i="1" u="none" strike="noStrike" cap="none" normalizeH="0" baseline="0" dirty="0">
                <a:ln>
                  <a:noFill/>
                </a:ln>
                <a:solidFill>
                  <a:srgbClr val="0070C0"/>
                </a:solidFill>
                <a:effectLst/>
                <a:latin typeface="-apple-system"/>
              </a:rPr>
              <a:t>=1</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min_weight_fraction_leaf</a:t>
            </a:r>
            <a:r>
              <a:rPr kumimoji="0" lang="en-US" altLang="en-US" sz="1800" b="0" i="1" u="none" strike="noStrike" cap="none" normalizeH="0" baseline="0" dirty="0">
                <a:ln>
                  <a:noFill/>
                </a:ln>
                <a:solidFill>
                  <a:srgbClr val="0070C0"/>
                </a:solidFill>
                <a:effectLst/>
                <a:latin typeface="-apple-system"/>
              </a:rPr>
              <a:t>=0.0</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max_features</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random_state</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max_leaf_nodes</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min_impurity_decrease</a:t>
            </a:r>
            <a:r>
              <a:rPr kumimoji="0" lang="en-US" altLang="en-US" sz="1800" b="0" i="1" u="none" strike="noStrike" cap="none" normalizeH="0" baseline="0" dirty="0">
                <a:ln>
                  <a:noFill/>
                </a:ln>
                <a:solidFill>
                  <a:srgbClr val="0070C0"/>
                </a:solidFill>
                <a:effectLst/>
                <a:latin typeface="-apple-system"/>
              </a:rPr>
              <a:t>=0.0</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min_impurity_split</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class_weight</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a:ln>
                  <a:noFill/>
                </a:ln>
                <a:solidFill>
                  <a:srgbClr val="0070C0"/>
                </a:solidFill>
                <a:effectLst/>
                <a:latin typeface="-apple-system"/>
              </a:rPr>
              <a:t>presort='deprecated'</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ccp_alpha</a:t>
            </a:r>
            <a:r>
              <a:rPr kumimoji="0" lang="en-US" altLang="en-US" sz="1800" b="0" i="1" u="none" strike="noStrike" cap="none" normalizeH="0" baseline="0" dirty="0">
                <a:ln>
                  <a:noFill/>
                </a:ln>
                <a:solidFill>
                  <a:srgbClr val="0070C0"/>
                </a:solidFill>
                <a:effectLst/>
                <a:latin typeface="-apple-system"/>
              </a:rPr>
              <a:t>=0.0</a:t>
            </a:r>
            <a:r>
              <a:rPr kumimoji="0" lang="en-US" altLang="en-US" sz="1800" b="0" i="0" u="none" strike="noStrike" cap="none" normalizeH="0" baseline="0" dirty="0">
                <a:ln>
                  <a:noFill/>
                </a:ln>
                <a:solidFill>
                  <a:srgbClr val="0070C0"/>
                </a:solidFill>
                <a:effectLst/>
                <a:latin typeface="-apple-system"/>
              </a:rPr>
              <a:t>)</a:t>
            </a:r>
            <a:r>
              <a:rPr kumimoji="0" lang="en-US" altLang="en-US" sz="800" b="0" i="0" u="none" strike="noStrike" cap="none" normalizeH="0" baseline="0" dirty="0">
                <a:ln>
                  <a:noFill/>
                </a:ln>
                <a:solidFill>
                  <a:srgbClr val="0070C0"/>
                </a:solidFill>
                <a:effectLst/>
              </a:rPr>
              <a:t> </a:t>
            </a:r>
            <a:endParaRPr kumimoji="0" lang="en-US" altLang="en-US" sz="1800" b="0" i="0" u="none" strike="noStrike" cap="none" normalizeH="0" baseline="0" dirty="0">
              <a:ln>
                <a:noFill/>
              </a:ln>
              <a:solidFill>
                <a:srgbClr val="0070C0"/>
              </a:solidFill>
              <a:effectLst/>
            </a:endParaRPr>
          </a:p>
        </p:txBody>
      </p:sp>
      <p:sp>
        <p:nvSpPr>
          <p:cNvPr id="7" name="TextBox 6">
            <a:extLst>
              <a:ext uri="{FF2B5EF4-FFF2-40B4-BE49-F238E27FC236}">
                <a16:creationId xmlns:a16="http://schemas.microsoft.com/office/drawing/2014/main" id="{EEE8E43C-EC32-4F48-9CA3-6BE2E7176C90}"/>
              </a:ext>
            </a:extLst>
          </p:cNvPr>
          <p:cNvSpPr txBox="1"/>
          <p:nvPr/>
        </p:nvSpPr>
        <p:spPr>
          <a:xfrm>
            <a:off x="210790" y="2065149"/>
            <a:ext cx="11830742" cy="4116768"/>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altLang="en-US" sz="1600" dirty="0">
                <a:solidFill>
                  <a:srgbClr val="FF0000"/>
                </a:solidFill>
                <a:latin typeface="-apple-system"/>
              </a:rPr>
              <a:t>c</a:t>
            </a:r>
            <a:r>
              <a:rPr kumimoji="0" lang="en-US" altLang="en-US" sz="1600" b="0" u="none" strike="noStrike" cap="none" normalizeH="0" baseline="0" dirty="0">
                <a:ln>
                  <a:noFill/>
                </a:ln>
                <a:solidFill>
                  <a:srgbClr val="FF0000"/>
                </a:solidFill>
                <a:effectLst/>
                <a:latin typeface="-apple-system"/>
              </a:rPr>
              <a:t>riterion: either ‘</a:t>
            </a:r>
            <a:r>
              <a:rPr kumimoji="0" lang="en-US" altLang="en-US" sz="1600" b="0" u="none" strike="noStrike" cap="none" normalizeH="0" baseline="0" dirty="0" err="1">
                <a:ln>
                  <a:noFill/>
                </a:ln>
                <a:solidFill>
                  <a:srgbClr val="FF0000"/>
                </a:solidFill>
                <a:effectLst/>
                <a:latin typeface="-apple-system"/>
              </a:rPr>
              <a:t>gini</a:t>
            </a:r>
            <a:r>
              <a:rPr kumimoji="0" lang="en-US" altLang="en-US" sz="1600" b="0" u="none" strike="noStrike" cap="none" normalizeH="0" baseline="0" dirty="0">
                <a:ln>
                  <a:noFill/>
                </a:ln>
                <a:solidFill>
                  <a:srgbClr val="FF0000"/>
                </a:solidFill>
                <a:effectLst/>
                <a:latin typeface="-apple-system"/>
              </a:rPr>
              <a:t>’ or ‘entropy’ for impurity measure</a:t>
            </a:r>
          </a:p>
          <a:p>
            <a:pPr marL="342900" indent="-342900">
              <a:lnSpc>
                <a:spcPct val="150000"/>
              </a:lnSpc>
              <a:buFont typeface="Wingdings" panose="05000000000000000000" pitchFamily="2" charset="2"/>
              <a:buChar char="q"/>
            </a:pPr>
            <a:r>
              <a:rPr lang="en-US" sz="1600" dirty="0" err="1">
                <a:solidFill>
                  <a:srgbClr val="FF0000"/>
                </a:solidFill>
                <a:latin typeface="-apple-system"/>
              </a:rPr>
              <a:t>min_samples_split</a:t>
            </a:r>
            <a:r>
              <a:rPr lang="en-US" sz="1600" dirty="0">
                <a:solidFill>
                  <a:srgbClr val="FF0000"/>
                </a:solidFill>
                <a:latin typeface="-apple-system"/>
              </a:rPr>
              <a:t>: do splitting if samples are &gt;= </a:t>
            </a:r>
            <a:r>
              <a:rPr lang="en-US" sz="1600" dirty="0" err="1">
                <a:solidFill>
                  <a:srgbClr val="FF0000"/>
                </a:solidFill>
                <a:latin typeface="-apple-system"/>
              </a:rPr>
              <a:t>min_samples_split</a:t>
            </a:r>
            <a:r>
              <a:rPr lang="en-US" sz="1600" dirty="0">
                <a:solidFill>
                  <a:srgbClr val="FF0000"/>
                </a:solidFill>
                <a:latin typeface="-apple-system"/>
              </a:rPr>
              <a:t>. Also, used to determine the depth of the tree if </a:t>
            </a:r>
            <a:r>
              <a:rPr lang="en-US" sz="1600" dirty="0" err="1">
                <a:solidFill>
                  <a:srgbClr val="FF0000"/>
                </a:solidFill>
                <a:latin typeface="-apple-system"/>
              </a:rPr>
              <a:t>max_depth</a:t>
            </a:r>
            <a:r>
              <a:rPr lang="en-US" sz="1600" dirty="0">
                <a:solidFill>
                  <a:srgbClr val="FF0000"/>
                </a:solidFill>
                <a:latin typeface="-apple-system"/>
              </a:rPr>
              <a:t> is none.</a:t>
            </a:r>
          </a:p>
          <a:p>
            <a:pPr marL="342900" indent="-342900">
              <a:lnSpc>
                <a:spcPct val="150000"/>
              </a:lnSpc>
              <a:buFont typeface="Wingdings" panose="05000000000000000000" pitchFamily="2" charset="2"/>
              <a:buChar char="q"/>
            </a:pPr>
            <a:r>
              <a:rPr lang="en-US" sz="1600" dirty="0" err="1">
                <a:solidFill>
                  <a:srgbClr val="FF0000"/>
                </a:solidFill>
                <a:latin typeface="-apple-system"/>
              </a:rPr>
              <a:t>min_samples_leaf</a:t>
            </a:r>
            <a:r>
              <a:rPr lang="en-US" sz="1600" dirty="0">
                <a:solidFill>
                  <a:srgbClr val="FF0000"/>
                </a:solidFill>
                <a:latin typeface="-apple-system"/>
              </a:rPr>
              <a:t>: split will not be considered if it results in a number of samples less than </a:t>
            </a:r>
            <a:r>
              <a:rPr lang="en-US" sz="1600" dirty="0" err="1">
                <a:solidFill>
                  <a:srgbClr val="FF0000"/>
                </a:solidFill>
                <a:latin typeface="-apple-system"/>
              </a:rPr>
              <a:t>min_samples_leaf</a:t>
            </a:r>
            <a:r>
              <a:rPr lang="en-US" sz="1600" dirty="0">
                <a:solidFill>
                  <a:srgbClr val="FF0000"/>
                </a:solidFill>
                <a:latin typeface="-apple-system"/>
              </a:rPr>
              <a:t> (if no split then the node is a leaf).</a:t>
            </a:r>
          </a:p>
          <a:p>
            <a:pPr marL="342900" indent="-342900">
              <a:lnSpc>
                <a:spcPct val="150000"/>
              </a:lnSpc>
              <a:buFont typeface="Wingdings" panose="05000000000000000000" pitchFamily="2" charset="2"/>
              <a:buChar char="q"/>
            </a:pPr>
            <a:r>
              <a:rPr lang="en-US" sz="1600" dirty="0" err="1">
                <a:solidFill>
                  <a:srgbClr val="FF0000"/>
                </a:solidFill>
                <a:latin typeface="-apple-system"/>
              </a:rPr>
              <a:t>max_features</a:t>
            </a:r>
            <a:r>
              <a:rPr lang="en-US" sz="1600" dirty="0">
                <a:solidFill>
                  <a:srgbClr val="FF0000"/>
                </a:solidFill>
                <a:latin typeface="-apple-system"/>
              </a:rPr>
              <a:t>: if none, all feature will be used when consider splitting, otherwise use ‘sqrt’ as square root of the number of features, or ‘log2’ or ‘auto’ = ‘sqrt’.</a:t>
            </a:r>
          </a:p>
          <a:p>
            <a:pPr marL="342900" indent="-342900">
              <a:lnSpc>
                <a:spcPct val="150000"/>
              </a:lnSpc>
              <a:buFont typeface="Wingdings" panose="05000000000000000000" pitchFamily="2" charset="2"/>
              <a:buChar char="q"/>
            </a:pPr>
            <a:r>
              <a:rPr lang="en-US" sz="1600" dirty="0" err="1">
                <a:solidFill>
                  <a:srgbClr val="FF0000"/>
                </a:solidFill>
                <a:latin typeface="-apple-system"/>
              </a:rPr>
              <a:t>max_leaf_nodes</a:t>
            </a:r>
            <a:r>
              <a:rPr lang="en-US" sz="1600" dirty="0">
                <a:solidFill>
                  <a:srgbClr val="FF0000"/>
                </a:solidFill>
                <a:latin typeface="-apple-system"/>
              </a:rPr>
              <a:t>: if specified, tree cannot grow to more than this maximum value, otherwise no limit on the number of leaf nodes.</a:t>
            </a:r>
          </a:p>
          <a:p>
            <a:pPr marL="342900" indent="-342900">
              <a:lnSpc>
                <a:spcPct val="150000"/>
              </a:lnSpc>
              <a:buFont typeface="Wingdings" panose="05000000000000000000" pitchFamily="2" charset="2"/>
              <a:buChar char="q"/>
            </a:pPr>
            <a:r>
              <a:rPr lang="en-US" sz="1600" dirty="0" err="1">
                <a:solidFill>
                  <a:srgbClr val="FF0000"/>
                </a:solidFill>
              </a:rPr>
              <a:t>min_impurity_decrease</a:t>
            </a:r>
            <a:r>
              <a:rPr lang="en-US" sz="1600" dirty="0">
                <a:solidFill>
                  <a:srgbClr val="FF0000"/>
                </a:solidFill>
              </a:rPr>
              <a:t>: to consider splitting, impurity should decrease by at least </a:t>
            </a:r>
            <a:r>
              <a:rPr lang="en-US" sz="1600" dirty="0" err="1">
                <a:solidFill>
                  <a:srgbClr val="FF0000"/>
                </a:solidFill>
              </a:rPr>
              <a:t>min_impurity_decrease</a:t>
            </a:r>
            <a:r>
              <a:rPr lang="en-US" sz="1600" dirty="0">
                <a:solidFill>
                  <a:srgbClr val="FF0000"/>
                </a:solidFill>
              </a:rPr>
              <a:t>.</a:t>
            </a:r>
          </a:p>
          <a:p>
            <a:pPr marL="342900" indent="-342900">
              <a:lnSpc>
                <a:spcPct val="150000"/>
              </a:lnSpc>
              <a:buFont typeface="Wingdings" panose="05000000000000000000" pitchFamily="2" charset="2"/>
              <a:buChar char="q"/>
            </a:pPr>
            <a:r>
              <a:rPr lang="en-US" sz="1600" dirty="0" err="1">
                <a:solidFill>
                  <a:srgbClr val="FF0000"/>
                </a:solidFill>
              </a:rPr>
              <a:t>min_impurity_split</a:t>
            </a:r>
            <a:r>
              <a:rPr lang="en-US" sz="1600" dirty="0">
                <a:solidFill>
                  <a:srgbClr val="FF0000"/>
                </a:solidFill>
              </a:rPr>
              <a:t>: minimum value for impurity to consider splitting, otherwise the node is considered a leaf.</a:t>
            </a:r>
          </a:p>
          <a:p>
            <a:pPr marL="342900" indent="-342900">
              <a:lnSpc>
                <a:spcPct val="150000"/>
              </a:lnSpc>
              <a:buFont typeface="Wingdings" panose="05000000000000000000" pitchFamily="2" charset="2"/>
              <a:buChar char="q"/>
            </a:pPr>
            <a:r>
              <a:rPr lang="en-US" sz="1600" dirty="0" err="1">
                <a:solidFill>
                  <a:srgbClr val="FF0000"/>
                </a:solidFill>
              </a:rPr>
              <a:t>ccp_alpha</a:t>
            </a:r>
            <a:r>
              <a:rPr lang="en-US" sz="1600" dirty="0">
                <a:solidFill>
                  <a:srgbClr val="FF0000"/>
                </a:solidFill>
              </a:rPr>
              <a:t>:  a regularization factor, the larger the value the more we prune nodes based on minimal cost-complexity approach for pruning.</a:t>
            </a:r>
          </a:p>
        </p:txBody>
      </p:sp>
    </p:spTree>
    <p:extLst>
      <p:ext uri="{BB962C8B-B14F-4D97-AF65-F5344CB8AC3E}">
        <p14:creationId xmlns:p14="http://schemas.microsoft.com/office/powerpoint/2010/main" val="1337739455"/>
      </p:ext>
    </p:extLst>
  </p:cSld>
  <p:clrMapOvr>
    <a:masterClrMapping/>
  </p:clrMapOvr>
  <mc:AlternateContent xmlns:mc="http://schemas.openxmlformats.org/markup-compatibility/2006" xmlns:p14="http://schemas.microsoft.com/office/powerpoint/2010/main">
    <mc:Choice Requires="p14">
      <p:transition spd="slow" p14:dur="2000" advTm="262982"/>
    </mc:Choice>
    <mc:Fallback xmlns="">
      <p:transition spd="slow" advTm="262982"/>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Decision Tree in </a:t>
            </a:r>
            <a:r>
              <a:rPr lang="en-US" sz="5400" b="1" dirty="0" err="1"/>
              <a:t>sklearn</a:t>
            </a:r>
            <a:r>
              <a:rPr lang="en-US" sz="5400" b="1" dirty="0"/>
              <a:t>, Example 1</a:t>
            </a:r>
            <a:endParaRPr lang="en-US" sz="5400" b="1" i="1" dirty="0"/>
          </a:p>
        </p:txBody>
      </p:sp>
      <p:grpSp>
        <p:nvGrpSpPr>
          <p:cNvPr id="12" name="Group 11">
            <a:extLst>
              <a:ext uri="{FF2B5EF4-FFF2-40B4-BE49-F238E27FC236}">
                <a16:creationId xmlns:a16="http://schemas.microsoft.com/office/drawing/2014/main" id="{629EA5F2-3F5A-4E9F-9A06-81C1541024EE}"/>
              </a:ext>
            </a:extLst>
          </p:cNvPr>
          <p:cNvGrpSpPr/>
          <p:nvPr/>
        </p:nvGrpSpPr>
        <p:grpSpPr>
          <a:xfrm>
            <a:off x="8155184" y="1129281"/>
            <a:ext cx="2689642" cy="5057487"/>
            <a:chOff x="7676719" y="1146079"/>
            <a:chExt cx="2689642" cy="5057487"/>
          </a:xfrm>
        </p:grpSpPr>
        <p:pic>
          <p:nvPicPr>
            <p:cNvPr id="7" name="Picture 6" descr="Chart, scatter chart, bubble chart&#10;&#10;Description automatically generated">
              <a:extLst>
                <a:ext uri="{FF2B5EF4-FFF2-40B4-BE49-F238E27FC236}">
                  <a16:creationId xmlns:a16="http://schemas.microsoft.com/office/drawing/2014/main" id="{DF31B3A3-1493-4790-A6CC-C552E5F4D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6719" y="1146079"/>
              <a:ext cx="2689642" cy="2538112"/>
            </a:xfrm>
            <a:prstGeom prst="rect">
              <a:avLst/>
            </a:prstGeom>
          </p:spPr>
        </p:pic>
        <p:pic>
          <p:nvPicPr>
            <p:cNvPr id="11" name="Picture 10" descr="Chart, scatter chart&#10;&#10;Description automatically generated">
              <a:extLst>
                <a:ext uri="{FF2B5EF4-FFF2-40B4-BE49-F238E27FC236}">
                  <a16:creationId xmlns:a16="http://schemas.microsoft.com/office/drawing/2014/main" id="{AB7A2F08-B832-4EFB-91D2-B6D55982B4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398" y="3665454"/>
              <a:ext cx="2593963" cy="2538112"/>
            </a:xfrm>
            <a:prstGeom prst="rect">
              <a:avLst/>
            </a:prstGeom>
          </p:spPr>
        </p:pic>
      </p:grpSp>
      <p:pic>
        <p:nvPicPr>
          <p:cNvPr id="6" name="Picture 5">
            <a:extLst>
              <a:ext uri="{FF2B5EF4-FFF2-40B4-BE49-F238E27FC236}">
                <a16:creationId xmlns:a16="http://schemas.microsoft.com/office/drawing/2014/main" id="{4993F1FF-FE6C-032E-7B91-E16100FD52BE}"/>
              </a:ext>
            </a:extLst>
          </p:cNvPr>
          <p:cNvPicPr>
            <a:picLocks noChangeAspect="1"/>
          </p:cNvPicPr>
          <p:nvPr/>
        </p:nvPicPr>
        <p:blipFill rotWithShape="1">
          <a:blip r:embed="rId4"/>
          <a:srcRect r="18441"/>
          <a:stretch/>
        </p:blipFill>
        <p:spPr>
          <a:xfrm>
            <a:off x="260970" y="876300"/>
            <a:ext cx="7574348" cy="5981700"/>
          </a:xfrm>
          <a:prstGeom prst="rect">
            <a:avLst/>
          </a:prstGeom>
        </p:spPr>
      </p:pic>
    </p:spTree>
    <p:extLst>
      <p:ext uri="{BB962C8B-B14F-4D97-AF65-F5344CB8AC3E}">
        <p14:creationId xmlns:p14="http://schemas.microsoft.com/office/powerpoint/2010/main" val="4145748654"/>
      </p:ext>
    </p:extLst>
  </p:cSld>
  <p:clrMapOvr>
    <a:masterClrMapping/>
  </p:clrMapOvr>
  <mc:AlternateContent xmlns:mc="http://schemas.openxmlformats.org/markup-compatibility/2006" xmlns:p14="http://schemas.microsoft.com/office/powerpoint/2010/main">
    <mc:Choice Requires="p14">
      <p:transition spd="slow" p14:dur="2000" advTm="93911"/>
    </mc:Choice>
    <mc:Fallback xmlns="">
      <p:transition spd="slow" advTm="9391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Decision Tree in </a:t>
            </a:r>
            <a:r>
              <a:rPr lang="en-US" sz="5400" b="1" dirty="0" err="1"/>
              <a:t>sklearn</a:t>
            </a:r>
            <a:r>
              <a:rPr lang="en-US" sz="5400" b="1" dirty="0"/>
              <a:t>, Example 1</a:t>
            </a:r>
            <a:endParaRPr lang="en-US" sz="5400" b="1" i="1" dirty="0"/>
          </a:p>
        </p:txBody>
      </p:sp>
      <p:grpSp>
        <p:nvGrpSpPr>
          <p:cNvPr id="12" name="Group 11">
            <a:extLst>
              <a:ext uri="{FF2B5EF4-FFF2-40B4-BE49-F238E27FC236}">
                <a16:creationId xmlns:a16="http://schemas.microsoft.com/office/drawing/2014/main" id="{629EA5F2-3F5A-4E9F-9A06-81C1541024EE}"/>
              </a:ext>
            </a:extLst>
          </p:cNvPr>
          <p:cNvGrpSpPr/>
          <p:nvPr/>
        </p:nvGrpSpPr>
        <p:grpSpPr>
          <a:xfrm>
            <a:off x="8155184" y="1129281"/>
            <a:ext cx="2689642" cy="5057487"/>
            <a:chOff x="7676719" y="1146079"/>
            <a:chExt cx="2689642" cy="5057487"/>
          </a:xfrm>
        </p:grpSpPr>
        <p:pic>
          <p:nvPicPr>
            <p:cNvPr id="7" name="Picture 6" descr="Chart, scatter chart, bubble chart&#10;&#10;Description automatically generated">
              <a:extLst>
                <a:ext uri="{FF2B5EF4-FFF2-40B4-BE49-F238E27FC236}">
                  <a16:creationId xmlns:a16="http://schemas.microsoft.com/office/drawing/2014/main" id="{DF31B3A3-1493-4790-A6CC-C552E5F4D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6719" y="1146079"/>
              <a:ext cx="2689642" cy="2538112"/>
            </a:xfrm>
            <a:prstGeom prst="rect">
              <a:avLst/>
            </a:prstGeom>
          </p:spPr>
        </p:pic>
        <p:pic>
          <p:nvPicPr>
            <p:cNvPr id="11" name="Picture 10" descr="Chart, scatter chart&#10;&#10;Description automatically generated">
              <a:extLst>
                <a:ext uri="{FF2B5EF4-FFF2-40B4-BE49-F238E27FC236}">
                  <a16:creationId xmlns:a16="http://schemas.microsoft.com/office/drawing/2014/main" id="{AB7A2F08-B832-4EFB-91D2-B6D55982B4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398" y="3665454"/>
              <a:ext cx="2593963" cy="2538112"/>
            </a:xfrm>
            <a:prstGeom prst="rect">
              <a:avLst/>
            </a:prstGeom>
          </p:spPr>
        </p:pic>
      </p:grpSp>
      <p:pic>
        <p:nvPicPr>
          <p:cNvPr id="3" name="Picture 2">
            <a:extLst>
              <a:ext uri="{FF2B5EF4-FFF2-40B4-BE49-F238E27FC236}">
                <a16:creationId xmlns:a16="http://schemas.microsoft.com/office/drawing/2014/main" id="{DF5801F5-D1A2-2B8C-FD90-DA1AD6B4D76E}"/>
              </a:ext>
            </a:extLst>
          </p:cNvPr>
          <p:cNvPicPr>
            <a:picLocks noChangeAspect="1"/>
          </p:cNvPicPr>
          <p:nvPr/>
        </p:nvPicPr>
        <p:blipFill rotWithShape="1">
          <a:blip r:embed="rId4"/>
          <a:srcRect r="6233"/>
          <a:stretch/>
        </p:blipFill>
        <p:spPr>
          <a:xfrm>
            <a:off x="296075" y="1129281"/>
            <a:ext cx="6591300" cy="2647950"/>
          </a:xfrm>
          <a:prstGeom prst="rect">
            <a:avLst/>
          </a:prstGeom>
        </p:spPr>
      </p:pic>
      <p:pic>
        <p:nvPicPr>
          <p:cNvPr id="5" name="Picture 4">
            <a:extLst>
              <a:ext uri="{FF2B5EF4-FFF2-40B4-BE49-F238E27FC236}">
                <a16:creationId xmlns:a16="http://schemas.microsoft.com/office/drawing/2014/main" id="{9B12B515-9745-5672-3319-37E5A669E34B}"/>
              </a:ext>
            </a:extLst>
          </p:cNvPr>
          <p:cNvPicPr>
            <a:picLocks noChangeAspect="1"/>
          </p:cNvPicPr>
          <p:nvPr/>
        </p:nvPicPr>
        <p:blipFill>
          <a:blip r:embed="rId5"/>
          <a:stretch>
            <a:fillRect/>
          </a:stretch>
        </p:blipFill>
        <p:spPr>
          <a:xfrm>
            <a:off x="296075" y="4004093"/>
            <a:ext cx="6591300" cy="2600325"/>
          </a:xfrm>
          <a:prstGeom prst="rect">
            <a:avLst/>
          </a:prstGeom>
        </p:spPr>
      </p:pic>
    </p:spTree>
    <p:extLst>
      <p:ext uri="{BB962C8B-B14F-4D97-AF65-F5344CB8AC3E}">
        <p14:creationId xmlns:p14="http://schemas.microsoft.com/office/powerpoint/2010/main" val="1195683639"/>
      </p:ext>
    </p:extLst>
  </p:cSld>
  <p:clrMapOvr>
    <a:masterClrMapping/>
  </p:clrMapOvr>
  <mc:AlternateContent xmlns:mc="http://schemas.openxmlformats.org/markup-compatibility/2006" xmlns:p14="http://schemas.microsoft.com/office/powerpoint/2010/main">
    <mc:Choice Requires="p14">
      <p:transition spd="slow" p14:dur="2000" advTm="93911"/>
    </mc:Choice>
    <mc:Fallback xmlns="">
      <p:transition spd="slow" advTm="9391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Decision Tree in </a:t>
            </a:r>
            <a:r>
              <a:rPr lang="en-US" sz="5400" b="1" dirty="0" err="1"/>
              <a:t>sklearn</a:t>
            </a:r>
            <a:r>
              <a:rPr lang="en-US" sz="5400" b="1" dirty="0"/>
              <a:t>, Example 1</a:t>
            </a:r>
            <a:endParaRPr lang="en-US" sz="5400" b="1" i="1" dirty="0"/>
          </a:p>
        </p:txBody>
      </p:sp>
      <p:sp>
        <p:nvSpPr>
          <p:cNvPr id="12" name="TextBox 11">
            <a:extLst>
              <a:ext uri="{FF2B5EF4-FFF2-40B4-BE49-F238E27FC236}">
                <a16:creationId xmlns:a16="http://schemas.microsoft.com/office/drawing/2014/main" id="{F94296A7-2446-418D-9E17-B5C6A0594A56}"/>
              </a:ext>
            </a:extLst>
          </p:cNvPr>
          <p:cNvSpPr txBox="1"/>
          <p:nvPr/>
        </p:nvSpPr>
        <p:spPr>
          <a:xfrm>
            <a:off x="8545919" y="2387447"/>
            <a:ext cx="1980314" cy="425822"/>
          </a:xfrm>
          <a:prstGeom prst="rect">
            <a:avLst/>
          </a:prstGeom>
          <a:noFill/>
        </p:spPr>
        <p:txBody>
          <a:bodyPr wrap="square">
            <a:spAutoFit/>
          </a:bodyPr>
          <a:lstStyle/>
          <a:p>
            <a:r>
              <a:rPr lang="en-US" b="0" i="1" dirty="0" err="1">
                <a:solidFill>
                  <a:srgbClr val="212529"/>
                </a:solidFill>
                <a:effectLst/>
                <a:latin typeface="-apple-system"/>
              </a:rPr>
              <a:t>ccp_alpha</a:t>
            </a:r>
            <a:r>
              <a:rPr lang="en-US" b="0" i="1" dirty="0">
                <a:solidFill>
                  <a:srgbClr val="212529"/>
                </a:solidFill>
                <a:effectLst/>
                <a:latin typeface="-apple-system"/>
              </a:rPr>
              <a:t>=0.05</a:t>
            </a:r>
            <a:endParaRPr lang="en-US" dirty="0"/>
          </a:p>
        </p:txBody>
      </p:sp>
      <p:sp>
        <p:nvSpPr>
          <p:cNvPr id="11" name="TextBox 10">
            <a:extLst>
              <a:ext uri="{FF2B5EF4-FFF2-40B4-BE49-F238E27FC236}">
                <a16:creationId xmlns:a16="http://schemas.microsoft.com/office/drawing/2014/main" id="{62BC0E33-519A-49FF-B463-ED062433D58F}"/>
              </a:ext>
            </a:extLst>
          </p:cNvPr>
          <p:cNvSpPr txBox="1"/>
          <p:nvPr/>
        </p:nvSpPr>
        <p:spPr>
          <a:xfrm>
            <a:off x="2110746" y="2319865"/>
            <a:ext cx="1980314" cy="425822"/>
          </a:xfrm>
          <a:prstGeom prst="rect">
            <a:avLst/>
          </a:prstGeom>
          <a:noFill/>
        </p:spPr>
        <p:txBody>
          <a:bodyPr wrap="square">
            <a:spAutoFit/>
          </a:bodyPr>
          <a:lstStyle/>
          <a:p>
            <a:r>
              <a:rPr lang="en-US" b="0" i="1" dirty="0" err="1">
                <a:solidFill>
                  <a:srgbClr val="212529"/>
                </a:solidFill>
                <a:effectLst/>
                <a:latin typeface="-apple-system"/>
              </a:rPr>
              <a:t>ccp_alpha</a:t>
            </a:r>
            <a:r>
              <a:rPr lang="en-US" b="0" i="1" dirty="0">
                <a:solidFill>
                  <a:srgbClr val="212529"/>
                </a:solidFill>
                <a:effectLst/>
                <a:latin typeface="-apple-system"/>
              </a:rPr>
              <a:t>=0.0</a:t>
            </a:r>
            <a:endParaRPr lang="en-US" dirty="0"/>
          </a:p>
        </p:txBody>
      </p:sp>
      <p:pic>
        <p:nvPicPr>
          <p:cNvPr id="16" name="Picture 15" descr="Chart, scatter chart, bubble chart&#10;&#10;Description automatically generated">
            <a:extLst>
              <a:ext uri="{FF2B5EF4-FFF2-40B4-BE49-F238E27FC236}">
                <a16:creationId xmlns:a16="http://schemas.microsoft.com/office/drawing/2014/main" id="{825B88A3-94AB-4D1D-BDB0-18B1620DE3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6765" y="2317512"/>
            <a:ext cx="1418795" cy="1338863"/>
          </a:xfrm>
          <a:prstGeom prst="rect">
            <a:avLst/>
          </a:prstGeom>
        </p:spPr>
      </p:pic>
      <p:pic>
        <p:nvPicPr>
          <p:cNvPr id="6" name="Picture 5">
            <a:extLst>
              <a:ext uri="{FF2B5EF4-FFF2-40B4-BE49-F238E27FC236}">
                <a16:creationId xmlns:a16="http://schemas.microsoft.com/office/drawing/2014/main" id="{D8F0A0AC-3963-EF34-F01F-338AE5A159D3}"/>
              </a:ext>
            </a:extLst>
          </p:cNvPr>
          <p:cNvPicPr>
            <a:picLocks noChangeAspect="1"/>
          </p:cNvPicPr>
          <p:nvPr/>
        </p:nvPicPr>
        <p:blipFill>
          <a:blip r:embed="rId3"/>
          <a:stretch>
            <a:fillRect/>
          </a:stretch>
        </p:blipFill>
        <p:spPr>
          <a:xfrm>
            <a:off x="7296311" y="2827051"/>
            <a:ext cx="3829381" cy="2873707"/>
          </a:xfrm>
          <a:prstGeom prst="rect">
            <a:avLst/>
          </a:prstGeom>
        </p:spPr>
      </p:pic>
      <p:pic>
        <p:nvPicPr>
          <p:cNvPr id="9" name="Picture 8">
            <a:extLst>
              <a:ext uri="{FF2B5EF4-FFF2-40B4-BE49-F238E27FC236}">
                <a16:creationId xmlns:a16="http://schemas.microsoft.com/office/drawing/2014/main" id="{49C98158-9913-6031-FB94-F6E6EA55C705}"/>
              </a:ext>
            </a:extLst>
          </p:cNvPr>
          <p:cNvPicPr>
            <a:picLocks noChangeAspect="1"/>
          </p:cNvPicPr>
          <p:nvPr/>
        </p:nvPicPr>
        <p:blipFill>
          <a:blip r:embed="rId4"/>
          <a:stretch>
            <a:fillRect/>
          </a:stretch>
        </p:blipFill>
        <p:spPr>
          <a:xfrm>
            <a:off x="1198310" y="2813269"/>
            <a:ext cx="3805186" cy="2873708"/>
          </a:xfrm>
          <a:prstGeom prst="rect">
            <a:avLst/>
          </a:prstGeom>
        </p:spPr>
      </p:pic>
    </p:spTree>
    <p:extLst>
      <p:ext uri="{BB962C8B-B14F-4D97-AF65-F5344CB8AC3E}">
        <p14:creationId xmlns:p14="http://schemas.microsoft.com/office/powerpoint/2010/main" val="2328424366"/>
      </p:ext>
    </p:extLst>
  </p:cSld>
  <p:clrMapOvr>
    <a:masterClrMapping/>
  </p:clrMapOvr>
  <mc:AlternateContent xmlns:mc="http://schemas.openxmlformats.org/markup-compatibility/2006" xmlns:p14="http://schemas.microsoft.com/office/powerpoint/2010/main">
    <mc:Choice Requires="p14">
      <p:transition spd="slow" p14:dur="2000" advTm="85761"/>
    </mc:Choice>
    <mc:Fallback xmlns="">
      <p:transition spd="slow" advTm="8576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a:extLst>
              <a:ext uri="{FF2B5EF4-FFF2-40B4-BE49-F238E27FC236}">
                <a16:creationId xmlns:a16="http://schemas.microsoft.com/office/drawing/2014/main" id="{D0A3A9D6-7D5D-48C6-A2DD-20978CE06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790" y="950415"/>
            <a:ext cx="3327297" cy="5111371"/>
          </a:xfrm>
          <a:prstGeom prst="rect">
            <a:avLst/>
          </a:prstGeom>
        </p:spPr>
      </p:pic>
      <p:pic>
        <p:nvPicPr>
          <p:cNvPr id="6" name="Picture 5" descr="A picture containing text&#10;&#10;Description automatically generated">
            <a:extLst>
              <a:ext uri="{FF2B5EF4-FFF2-40B4-BE49-F238E27FC236}">
                <a16:creationId xmlns:a16="http://schemas.microsoft.com/office/drawing/2014/main" id="{16CB84C2-AFAC-4B8B-95CD-00F075F0F9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0004" y="2308514"/>
            <a:ext cx="3867531" cy="2965852"/>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B344544F-92B1-4CFD-A8CB-24683B0B84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2673" y="1364974"/>
            <a:ext cx="3958859" cy="4503655"/>
          </a:xfrm>
          <a:prstGeom prst="rect">
            <a:avLst/>
          </a:prstGeom>
        </p:spPr>
      </p:pic>
      <p:cxnSp>
        <p:nvCxnSpPr>
          <p:cNvPr id="20" name="Straight Arrow Connector 19">
            <a:extLst>
              <a:ext uri="{FF2B5EF4-FFF2-40B4-BE49-F238E27FC236}">
                <a16:creationId xmlns:a16="http://schemas.microsoft.com/office/drawing/2014/main" id="{4A327518-FA5E-44E5-A272-BEFDF3BA4DF8}"/>
              </a:ext>
            </a:extLst>
          </p:cNvPr>
          <p:cNvCxnSpPr/>
          <p:nvPr/>
        </p:nvCxnSpPr>
        <p:spPr>
          <a:xfrm flipV="1">
            <a:off x="3689498" y="1967023"/>
            <a:ext cx="0" cy="41427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86F0739-D507-40F2-9DCE-933FD85636A2}"/>
              </a:ext>
            </a:extLst>
          </p:cNvPr>
          <p:cNvCxnSpPr/>
          <p:nvPr/>
        </p:nvCxnSpPr>
        <p:spPr>
          <a:xfrm>
            <a:off x="3684104" y="1988288"/>
            <a:ext cx="887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F4EF6A-C7F0-452E-BE61-167781B74ED3}"/>
              </a:ext>
            </a:extLst>
          </p:cNvPr>
          <p:cNvCxnSpPr/>
          <p:nvPr/>
        </p:nvCxnSpPr>
        <p:spPr>
          <a:xfrm>
            <a:off x="7036767" y="5762452"/>
            <a:ext cx="75537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76933C8-5F4F-4BCB-ADA7-FA561BA63D0C}"/>
              </a:ext>
            </a:extLst>
          </p:cNvPr>
          <p:cNvCxnSpPr>
            <a:cxnSpLocks/>
          </p:cNvCxnSpPr>
          <p:nvPr/>
        </p:nvCxnSpPr>
        <p:spPr>
          <a:xfrm flipV="1">
            <a:off x="7797535" y="1173125"/>
            <a:ext cx="0" cy="45893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6D0A524-C48D-4CF1-9F99-2D74940CD90D}"/>
              </a:ext>
            </a:extLst>
          </p:cNvPr>
          <p:cNvCxnSpPr/>
          <p:nvPr/>
        </p:nvCxnSpPr>
        <p:spPr>
          <a:xfrm>
            <a:off x="7792141" y="1173125"/>
            <a:ext cx="887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C061C7E-4E22-491E-A43F-9AA0DDA645AE}"/>
              </a:ext>
            </a:extLst>
          </p:cNvPr>
          <p:cNvSpPr txBox="1"/>
          <p:nvPr/>
        </p:nvSpPr>
        <p:spPr>
          <a:xfrm>
            <a:off x="4747966" y="960214"/>
            <a:ext cx="1980314" cy="425822"/>
          </a:xfrm>
          <a:prstGeom prst="rect">
            <a:avLst/>
          </a:prstGeom>
          <a:noFill/>
        </p:spPr>
        <p:txBody>
          <a:bodyPr wrap="square">
            <a:spAutoFit/>
          </a:bodyPr>
          <a:lstStyle/>
          <a:p>
            <a:r>
              <a:rPr lang="en-US" b="0" i="1" dirty="0" err="1">
                <a:solidFill>
                  <a:srgbClr val="FF0000"/>
                </a:solidFill>
                <a:effectLst/>
                <a:latin typeface="-apple-system"/>
              </a:rPr>
              <a:t>ccp_alpha</a:t>
            </a:r>
            <a:r>
              <a:rPr lang="en-US" b="0" i="1" dirty="0">
                <a:solidFill>
                  <a:srgbClr val="FF0000"/>
                </a:solidFill>
                <a:effectLst/>
                <a:latin typeface="-apple-system"/>
              </a:rPr>
              <a:t>=0.0</a:t>
            </a:r>
            <a:endParaRPr lang="en-US" dirty="0">
              <a:solidFill>
                <a:srgbClr val="FF0000"/>
              </a:solidFill>
            </a:endParaRPr>
          </a:p>
        </p:txBody>
      </p:sp>
      <p:sp>
        <p:nvSpPr>
          <p:cNvPr id="36" name="Title 1">
            <a:extLst>
              <a:ext uri="{FF2B5EF4-FFF2-40B4-BE49-F238E27FC236}">
                <a16:creationId xmlns:a16="http://schemas.microsoft.com/office/drawing/2014/main" id="{9AA6D786-8F84-4C0B-977E-089D46367D53}"/>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Decision Tree in </a:t>
            </a:r>
            <a:r>
              <a:rPr lang="en-US" sz="5400" b="1" dirty="0" err="1"/>
              <a:t>sklearn</a:t>
            </a:r>
            <a:r>
              <a:rPr lang="en-US" sz="5400" b="1" dirty="0"/>
              <a:t>, Example 1</a:t>
            </a:r>
            <a:endParaRPr lang="en-US" sz="5400" b="1" i="1" dirty="0"/>
          </a:p>
        </p:txBody>
      </p:sp>
    </p:spTree>
    <p:extLst>
      <p:ext uri="{BB962C8B-B14F-4D97-AF65-F5344CB8AC3E}">
        <p14:creationId xmlns:p14="http://schemas.microsoft.com/office/powerpoint/2010/main" val="590559104"/>
      </p:ext>
    </p:extLst>
  </p:cSld>
  <p:clrMapOvr>
    <a:masterClrMapping/>
  </p:clrMapOvr>
  <mc:AlternateContent xmlns:mc="http://schemas.openxmlformats.org/markup-compatibility/2006" xmlns:p14="http://schemas.microsoft.com/office/powerpoint/2010/main">
    <mc:Choice Requires="p14">
      <p:transition spd="slow" p14:dur="2000" advTm="142464"/>
    </mc:Choice>
    <mc:Fallback xmlns="">
      <p:transition spd="slow" advTm="14246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60E66E16-CA03-4FE8-A4D2-ECF00FC5059F}"/>
              </a:ext>
            </a:extLst>
          </p:cNvPr>
          <p:cNvGrpSpPr/>
          <p:nvPr/>
        </p:nvGrpSpPr>
        <p:grpSpPr>
          <a:xfrm>
            <a:off x="5908736" y="1631651"/>
            <a:ext cx="5994806" cy="3821736"/>
            <a:chOff x="131355" y="2055733"/>
            <a:chExt cx="5994806" cy="3821736"/>
          </a:xfrm>
        </p:grpSpPr>
        <p:pic>
          <p:nvPicPr>
            <p:cNvPr id="8" name="Picture 7" descr="Diagram&#10;&#10;Description automatically generated">
              <a:extLst>
                <a:ext uri="{FF2B5EF4-FFF2-40B4-BE49-F238E27FC236}">
                  <a16:creationId xmlns:a16="http://schemas.microsoft.com/office/drawing/2014/main" id="{CF09E800-EA51-4EBD-B706-8A1DC5695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1295" y="2055733"/>
              <a:ext cx="3324817" cy="1662408"/>
            </a:xfrm>
            <a:prstGeom prst="rect">
              <a:avLst/>
            </a:prstGeom>
          </p:spPr>
        </p:pic>
        <p:pic>
          <p:nvPicPr>
            <p:cNvPr id="10" name="Picture 9" descr="A close up of a sign&#10;&#10;Description automatically generated">
              <a:extLst>
                <a:ext uri="{FF2B5EF4-FFF2-40B4-BE49-F238E27FC236}">
                  <a16:creationId xmlns:a16="http://schemas.microsoft.com/office/drawing/2014/main" id="{D28551FD-B844-4380-B096-E8CBAFC071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355" y="2814470"/>
              <a:ext cx="2823880" cy="3062999"/>
            </a:xfrm>
            <a:prstGeom prst="rect">
              <a:avLst/>
            </a:prstGeom>
          </p:spPr>
        </p:pic>
        <p:pic>
          <p:nvPicPr>
            <p:cNvPr id="12" name="Picture 11" descr="Diagram&#10;&#10;Description automatically generated">
              <a:extLst>
                <a:ext uri="{FF2B5EF4-FFF2-40B4-BE49-F238E27FC236}">
                  <a16:creationId xmlns:a16="http://schemas.microsoft.com/office/drawing/2014/main" id="{96C5041E-F616-4BE3-BB8B-16D97F472F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6105" y="2617690"/>
              <a:ext cx="2010056" cy="1352739"/>
            </a:xfrm>
            <a:prstGeom prst="rect">
              <a:avLst/>
            </a:prstGeom>
          </p:spPr>
        </p:pic>
      </p:grpSp>
      <p:grpSp>
        <p:nvGrpSpPr>
          <p:cNvPr id="14" name="Group 13">
            <a:extLst>
              <a:ext uri="{FF2B5EF4-FFF2-40B4-BE49-F238E27FC236}">
                <a16:creationId xmlns:a16="http://schemas.microsoft.com/office/drawing/2014/main" id="{6F58D77B-1AE1-4F3C-A1D1-5C1FBD0315E9}"/>
              </a:ext>
            </a:extLst>
          </p:cNvPr>
          <p:cNvGrpSpPr/>
          <p:nvPr/>
        </p:nvGrpSpPr>
        <p:grpSpPr>
          <a:xfrm>
            <a:off x="210790" y="1762401"/>
            <a:ext cx="5697946" cy="4318972"/>
            <a:chOff x="6343587" y="1334229"/>
            <a:chExt cx="5697946" cy="4318972"/>
          </a:xfrm>
        </p:grpSpPr>
        <p:pic>
          <p:nvPicPr>
            <p:cNvPr id="3" name="Picture 2" descr="Diagram&#10;&#10;Description automatically generated">
              <a:extLst>
                <a:ext uri="{FF2B5EF4-FFF2-40B4-BE49-F238E27FC236}">
                  <a16:creationId xmlns:a16="http://schemas.microsoft.com/office/drawing/2014/main" id="{5EC864FC-F4A6-459F-9CFE-FE84767EC9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1480" y="1435233"/>
              <a:ext cx="5490053" cy="4217968"/>
            </a:xfrm>
            <a:prstGeom prst="rect">
              <a:avLst/>
            </a:prstGeom>
          </p:spPr>
        </p:pic>
        <p:sp>
          <p:nvSpPr>
            <p:cNvPr id="13" name="Freeform: Shape 12">
              <a:extLst>
                <a:ext uri="{FF2B5EF4-FFF2-40B4-BE49-F238E27FC236}">
                  <a16:creationId xmlns:a16="http://schemas.microsoft.com/office/drawing/2014/main" id="{1E6FBE2E-3122-44A6-AF71-ED7FA451F6B7}"/>
                </a:ext>
              </a:extLst>
            </p:cNvPr>
            <p:cNvSpPr/>
            <p:nvPr/>
          </p:nvSpPr>
          <p:spPr>
            <a:xfrm>
              <a:off x="6343587" y="1334229"/>
              <a:ext cx="4459730" cy="1815015"/>
            </a:xfrm>
            <a:custGeom>
              <a:avLst/>
              <a:gdLst>
                <a:gd name="connsiteX0" fmla="*/ 2190813 w 4459730"/>
                <a:gd name="connsiteY0" fmla="*/ 17493 h 1815015"/>
                <a:gd name="connsiteX1" fmla="*/ 3317248 w 4459730"/>
                <a:gd name="connsiteY1" fmla="*/ 136762 h 1815015"/>
                <a:gd name="connsiteX2" fmla="*/ 4390674 w 4459730"/>
                <a:gd name="connsiteY2" fmla="*/ 560832 h 1815015"/>
                <a:gd name="connsiteX3" fmla="*/ 4271404 w 4459730"/>
                <a:gd name="connsiteY3" fmla="*/ 1090919 h 1815015"/>
                <a:gd name="connsiteX4" fmla="*/ 3608796 w 4459730"/>
                <a:gd name="connsiteY4" fmla="*/ 1170432 h 1815015"/>
                <a:gd name="connsiteX5" fmla="*/ 2787161 w 4459730"/>
                <a:gd name="connsiteY5" fmla="*/ 931893 h 1815015"/>
                <a:gd name="connsiteX6" fmla="*/ 2137804 w 4459730"/>
                <a:gd name="connsiteY6" fmla="*/ 1024658 h 1815015"/>
                <a:gd name="connsiteX7" fmla="*/ 1541456 w 4459730"/>
                <a:gd name="connsiteY7" fmla="*/ 1422223 h 1815015"/>
                <a:gd name="connsiteX8" fmla="*/ 1369178 w 4459730"/>
                <a:gd name="connsiteY8" fmla="*/ 1687267 h 1815015"/>
                <a:gd name="connsiteX9" fmla="*/ 335509 w 4459730"/>
                <a:gd name="connsiteY9" fmla="*/ 1740275 h 1815015"/>
                <a:gd name="connsiteX10" fmla="*/ 57213 w 4459730"/>
                <a:gd name="connsiteY10" fmla="*/ 653597 h 1815015"/>
                <a:gd name="connsiteX11" fmla="*/ 1329422 w 4459730"/>
                <a:gd name="connsiteY11" fmla="*/ 70501 h 1815015"/>
                <a:gd name="connsiteX12" fmla="*/ 2190813 w 4459730"/>
                <a:gd name="connsiteY12" fmla="*/ 17493 h 181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59730" h="1815015">
                  <a:moveTo>
                    <a:pt x="2190813" y="17493"/>
                  </a:moveTo>
                  <a:cubicBezTo>
                    <a:pt x="2522117" y="28536"/>
                    <a:pt x="2950605" y="46206"/>
                    <a:pt x="3317248" y="136762"/>
                  </a:cubicBezTo>
                  <a:cubicBezTo>
                    <a:pt x="3683891" y="227318"/>
                    <a:pt x="4231648" y="401806"/>
                    <a:pt x="4390674" y="560832"/>
                  </a:cubicBezTo>
                  <a:cubicBezTo>
                    <a:pt x="4549700" y="719858"/>
                    <a:pt x="4401717" y="989319"/>
                    <a:pt x="4271404" y="1090919"/>
                  </a:cubicBezTo>
                  <a:cubicBezTo>
                    <a:pt x="4141091" y="1192519"/>
                    <a:pt x="3856170" y="1196936"/>
                    <a:pt x="3608796" y="1170432"/>
                  </a:cubicBezTo>
                  <a:cubicBezTo>
                    <a:pt x="3361422" y="1143928"/>
                    <a:pt x="3032326" y="956189"/>
                    <a:pt x="2787161" y="931893"/>
                  </a:cubicBezTo>
                  <a:cubicBezTo>
                    <a:pt x="2541996" y="907597"/>
                    <a:pt x="2345421" y="942936"/>
                    <a:pt x="2137804" y="1024658"/>
                  </a:cubicBezTo>
                  <a:cubicBezTo>
                    <a:pt x="1930187" y="1106380"/>
                    <a:pt x="1669560" y="1311788"/>
                    <a:pt x="1541456" y="1422223"/>
                  </a:cubicBezTo>
                  <a:cubicBezTo>
                    <a:pt x="1413352" y="1532658"/>
                    <a:pt x="1570169" y="1634258"/>
                    <a:pt x="1369178" y="1687267"/>
                  </a:cubicBezTo>
                  <a:cubicBezTo>
                    <a:pt x="1168187" y="1740276"/>
                    <a:pt x="554170" y="1912553"/>
                    <a:pt x="335509" y="1740275"/>
                  </a:cubicBezTo>
                  <a:cubicBezTo>
                    <a:pt x="116848" y="1567997"/>
                    <a:pt x="-108439" y="931893"/>
                    <a:pt x="57213" y="653597"/>
                  </a:cubicBezTo>
                  <a:cubicBezTo>
                    <a:pt x="222865" y="375301"/>
                    <a:pt x="976031" y="176518"/>
                    <a:pt x="1329422" y="70501"/>
                  </a:cubicBezTo>
                  <a:cubicBezTo>
                    <a:pt x="1682813" y="-35516"/>
                    <a:pt x="1859509" y="6450"/>
                    <a:pt x="2190813" y="17493"/>
                  </a:cubicBezTo>
                  <a:close/>
                </a:path>
              </a:pathLst>
            </a:cu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5">
            <a:extLst>
              <a:ext uri="{FF2B5EF4-FFF2-40B4-BE49-F238E27FC236}">
                <a16:creationId xmlns:a16="http://schemas.microsoft.com/office/drawing/2014/main" id="{289F2293-0963-43F3-B80A-B30BF46216DF}"/>
              </a:ext>
            </a:extLst>
          </p:cNvPr>
          <p:cNvSpPr/>
          <p:nvPr/>
        </p:nvSpPr>
        <p:spPr>
          <a:xfrm rot="20982120">
            <a:off x="6083977" y="1369134"/>
            <a:ext cx="6078661" cy="4337470"/>
          </a:xfrm>
          <a:custGeom>
            <a:avLst/>
            <a:gdLst>
              <a:gd name="connsiteX0" fmla="*/ 2190813 w 4459730"/>
              <a:gd name="connsiteY0" fmla="*/ 17493 h 1815015"/>
              <a:gd name="connsiteX1" fmla="*/ 3317248 w 4459730"/>
              <a:gd name="connsiteY1" fmla="*/ 136762 h 1815015"/>
              <a:gd name="connsiteX2" fmla="*/ 4390674 w 4459730"/>
              <a:gd name="connsiteY2" fmla="*/ 560832 h 1815015"/>
              <a:gd name="connsiteX3" fmla="*/ 4271404 w 4459730"/>
              <a:gd name="connsiteY3" fmla="*/ 1090919 h 1815015"/>
              <a:gd name="connsiteX4" fmla="*/ 3608796 w 4459730"/>
              <a:gd name="connsiteY4" fmla="*/ 1170432 h 1815015"/>
              <a:gd name="connsiteX5" fmla="*/ 2787161 w 4459730"/>
              <a:gd name="connsiteY5" fmla="*/ 931893 h 1815015"/>
              <a:gd name="connsiteX6" fmla="*/ 2137804 w 4459730"/>
              <a:gd name="connsiteY6" fmla="*/ 1024658 h 1815015"/>
              <a:gd name="connsiteX7" fmla="*/ 1541456 w 4459730"/>
              <a:gd name="connsiteY7" fmla="*/ 1422223 h 1815015"/>
              <a:gd name="connsiteX8" fmla="*/ 1369178 w 4459730"/>
              <a:gd name="connsiteY8" fmla="*/ 1687267 h 1815015"/>
              <a:gd name="connsiteX9" fmla="*/ 335509 w 4459730"/>
              <a:gd name="connsiteY9" fmla="*/ 1740275 h 1815015"/>
              <a:gd name="connsiteX10" fmla="*/ 57213 w 4459730"/>
              <a:gd name="connsiteY10" fmla="*/ 653597 h 1815015"/>
              <a:gd name="connsiteX11" fmla="*/ 1329422 w 4459730"/>
              <a:gd name="connsiteY11" fmla="*/ 70501 h 1815015"/>
              <a:gd name="connsiteX12" fmla="*/ 2190813 w 4459730"/>
              <a:gd name="connsiteY12" fmla="*/ 17493 h 181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59730" h="1815015">
                <a:moveTo>
                  <a:pt x="2190813" y="17493"/>
                </a:moveTo>
                <a:cubicBezTo>
                  <a:pt x="2522117" y="28536"/>
                  <a:pt x="2950605" y="46206"/>
                  <a:pt x="3317248" y="136762"/>
                </a:cubicBezTo>
                <a:cubicBezTo>
                  <a:pt x="3683891" y="227318"/>
                  <a:pt x="4231648" y="401806"/>
                  <a:pt x="4390674" y="560832"/>
                </a:cubicBezTo>
                <a:cubicBezTo>
                  <a:pt x="4549700" y="719858"/>
                  <a:pt x="4401717" y="989319"/>
                  <a:pt x="4271404" y="1090919"/>
                </a:cubicBezTo>
                <a:cubicBezTo>
                  <a:pt x="4141091" y="1192519"/>
                  <a:pt x="3856170" y="1196936"/>
                  <a:pt x="3608796" y="1170432"/>
                </a:cubicBezTo>
                <a:cubicBezTo>
                  <a:pt x="3361422" y="1143928"/>
                  <a:pt x="3032326" y="956189"/>
                  <a:pt x="2787161" y="931893"/>
                </a:cubicBezTo>
                <a:cubicBezTo>
                  <a:pt x="2541996" y="907597"/>
                  <a:pt x="2345421" y="942936"/>
                  <a:pt x="2137804" y="1024658"/>
                </a:cubicBezTo>
                <a:cubicBezTo>
                  <a:pt x="1930187" y="1106380"/>
                  <a:pt x="1669560" y="1311788"/>
                  <a:pt x="1541456" y="1422223"/>
                </a:cubicBezTo>
                <a:cubicBezTo>
                  <a:pt x="1413352" y="1532658"/>
                  <a:pt x="1570169" y="1634258"/>
                  <a:pt x="1369178" y="1687267"/>
                </a:cubicBezTo>
                <a:cubicBezTo>
                  <a:pt x="1168187" y="1740276"/>
                  <a:pt x="554170" y="1912553"/>
                  <a:pt x="335509" y="1740275"/>
                </a:cubicBezTo>
                <a:cubicBezTo>
                  <a:pt x="116848" y="1567997"/>
                  <a:pt x="-108439" y="931893"/>
                  <a:pt x="57213" y="653597"/>
                </a:cubicBezTo>
                <a:cubicBezTo>
                  <a:pt x="222865" y="375301"/>
                  <a:pt x="976031" y="176518"/>
                  <a:pt x="1329422" y="70501"/>
                </a:cubicBezTo>
                <a:cubicBezTo>
                  <a:pt x="1682813" y="-35516"/>
                  <a:pt x="1859509" y="6450"/>
                  <a:pt x="2190813" y="17493"/>
                </a:cubicBezTo>
                <a:close/>
              </a:path>
            </a:pathLst>
          </a:cu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Text&#10;&#10;Description automatically generated">
            <a:extLst>
              <a:ext uri="{FF2B5EF4-FFF2-40B4-BE49-F238E27FC236}">
                <a16:creationId xmlns:a16="http://schemas.microsoft.com/office/drawing/2014/main" id="{83224C01-61F9-4C33-9624-98FB5AC919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00437" y="994846"/>
            <a:ext cx="2905530" cy="905001"/>
          </a:xfrm>
          <a:prstGeom prst="rect">
            <a:avLst/>
          </a:prstGeom>
        </p:spPr>
      </p:pic>
      <p:cxnSp>
        <p:nvCxnSpPr>
          <p:cNvPr id="21" name="Straight Arrow Connector 20">
            <a:extLst>
              <a:ext uri="{FF2B5EF4-FFF2-40B4-BE49-F238E27FC236}">
                <a16:creationId xmlns:a16="http://schemas.microsoft.com/office/drawing/2014/main" id="{B6FCA655-929F-49D1-9CAF-75635BE0AB4C}"/>
              </a:ext>
            </a:extLst>
          </p:cNvPr>
          <p:cNvCxnSpPr>
            <a:cxnSpLocks/>
          </p:cNvCxnSpPr>
          <p:nvPr/>
        </p:nvCxnSpPr>
        <p:spPr>
          <a:xfrm flipV="1">
            <a:off x="4670520" y="2193608"/>
            <a:ext cx="2312932" cy="16837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2FBD1B3-1ED6-44F7-9FB7-429CFB2CA726}"/>
              </a:ext>
            </a:extLst>
          </p:cNvPr>
          <p:cNvSpPr txBox="1"/>
          <p:nvPr/>
        </p:nvSpPr>
        <p:spPr>
          <a:xfrm>
            <a:off x="8815006" y="4428216"/>
            <a:ext cx="2972231" cy="1077218"/>
          </a:xfrm>
          <a:prstGeom prst="rect">
            <a:avLst/>
          </a:prstGeom>
          <a:noFill/>
          <a:ln w="38100">
            <a:solidFill>
              <a:schemeClr val="accent1"/>
            </a:solidFill>
          </a:ln>
        </p:spPr>
        <p:txBody>
          <a:bodyPr wrap="square" rtlCol="0">
            <a:spAutoFit/>
          </a:bodyPr>
          <a:lstStyle/>
          <a:p>
            <a:r>
              <a:rPr lang="en-US" sz="1600" b="1" dirty="0">
                <a:solidFill>
                  <a:srgbClr val="0070C0"/>
                </a:solidFill>
              </a:rPr>
              <a:t>Rule</a:t>
            </a:r>
          </a:p>
          <a:p>
            <a:r>
              <a:rPr lang="en-US" sz="1600" b="1" dirty="0">
                <a:solidFill>
                  <a:srgbClr val="0070C0"/>
                </a:solidFill>
              </a:rPr>
              <a:t>Gini value (impurity)</a:t>
            </a:r>
          </a:p>
          <a:p>
            <a:r>
              <a:rPr lang="en-US" sz="1600" b="1" dirty="0">
                <a:solidFill>
                  <a:srgbClr val="0070C0"/>
                </a:solidFill>
              </a:rPr>
              <a:t># total samples at node</a:t>
            </a:r>
          </a:p>
          <a:p>
            <a:r>
              <a:rPr lang="en-US" sz="1600" b="1" dirty="0">
                <a:solidFill>
                  <a:srgbClr val="0070C0"/>
                </a:solidFill>
              </a:rPr>
              <a:t># samples for each class at node</a:t>
            </a:r>
          </a:p>
        </p:txBody>
      </p:sp>
      <p:sp>
        <p:nvSpPr>
          <p:cNvPr id="25" name="TextBox 24">
            <a:extLst>
              <a:ext uri="{FF2B5EF4-FFF2-40B4-BE49-F238E27FC236}">
                <a16:creationId xmlns:a16="http://schemas.microsoft.com/office/drawing/2014/main" id="{63B7AFB2-EB71-4495-AF1D-5835B4918C42}"/>
              </a:ext>
            </a:extLst>
          </p:cNvPr>
          <p:cNvSpPr txBox="1"/>
          <p:nvPr/>
        </p:nvSpPr>
        <p:spPr>
          <a:xfrm>
            <a:off x="1351120" y="1034405"/>
            <a:ext cx="1980314" cy="425822"/>
          </a:xfrm>
          <a:prstGeom prst="rect">
            <a:avLst/>
          </a:prstGeom>
          <a:noFill/>
        </p:spPr>
        <p:txBody>
          <a:bodyPr wrap="square">
            <a:spAutoFit/>
          </a:bodyPr>
          <a:lstStyle/>
          <a:p>
            <a:r>
              <a:rPr lang="en-US" b="0" i="1" dirty="0" err="1">
                <a:solidFill>
                  <a:srgbClr val="FF0000"/>
                </a:solidFill>
                <a:effectLst/>
                <a:latin typeface="-apple-system"/>
              </a:rPr>
              <a:t>ccp_alpha</a:t>
            </a:r>
            <a:r>
              <a:rPr lang="en-US" b="0" i="1" dirty="0">
                <a:solidFill>
                  <a:srgbClr val="FF0000"/>
                </a:solidFill>
                <a:effectLst/>
                <a:latin typeface="-apple-system"/>
              </a:rPr>
              <a:t>=0.0</a:t>
            </a:r>
            <a:endParaRPr lang="en-US" dirty="0">
              <a:solidFill>
                <a:srgbClr val="FF0000"/>
              </a:solidFill>
            </a:endParaRPr>
          </a:p>
        </p:txBody>
      </p:sp>
      <p:sp>
        <p:nvSpPr>
          <p:cNvPr id="33" name="Title 1">
            <a:extLst>
              <a:ext uri="{FF2B5EF4-FFF2-40B4-BE49-F238E27FC236}">
                <a16:creationId xmlns:a16="http://schemas.microsoft.com/office/drawing/2014/main" id="{EDE545BA-A4E2-47FB-97CF-69FC3329BDD0}"/>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Decision Tree in </a:t>
            </a:r>
            <a:r>
              <a:rPr lang="en-US" sz="5400" b="1" dirty="0" err="1"/>
              <a:t>sklearn</a:t>
            </a:r>
            <a:r>
              <a:rPr lang="en-US" sz="5400" b="1" dirty="0"/>
              <a:t>, Example 1</a:t>
            </a:r>
            <a:endParaRPr lang="en-US" sz="5400" b="1" i="1" dirty="0"/>
          </a:p>
        </p:txBody>
      </p:sp>
    </p:spTree>
    <p:extLst>
      <p:ext uri="{BB962C8B-B14F-4D97-AF65-F5344CB8AC3E}">
        <p14:creationId xmlns:p14="http://schemas.microsoft.com/office/powerpoint/2010/main" val="3777069212"/>
      </p:ext>
    </p:extLst>
  </p:cSld>
  <p:clrMapOvr>
    <a:masterClrMapping/>
  </p:clrMapOvr>
  <mc:AlternateContent xmlns:mc="http://schemas.openxmlformats.org/markup-compatibility/2006" xmlns:p14="http://schemas.microsoft.com/office/powerpoint/2010/main">
    <mc:Choice Requires="p14">
      <p:transition spd="slow" p14:dur="2000" advTm="170165"/>
    </mc:Choice>
    <mc:Fallback xmlns="">
      <p:transition spd="slow" advTm="170165"/>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7F8F192F-2683-4799-B79D-7B8B32290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086" y="1661253"/>
            <a:ext cx="4989699" cy="3867677"/>
          </a:xfrm>
          <a:prstGeom prst="rect">
            <a:avLst/>
          </a:prstGeom>
        </p:spPr>
      </p:pic>
      <p:pic>
        <p:nvPicPr>
          <p:cNvPr id="5" name="Picture 4" descr="Diagram&#10;&#10;Description automatically generated">
            <a:extLst>
              <a:ext uri="{FF2B5EF4-FFF2-40B4-BE49-F238E27FC236}">
                <a16:creationId xmlns:a16="http://schemas.microsoft.com/office/drawing/2014/main" id="{134AAD32-C42A-4DFA-B90B-D0EF57872D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2960" y="1526699"/>
            <a:ext cx="5748870" cy="3958803"/>
          </a:xfrm>
          <a:prstGeom prst="rect">
            <a:avLst/>
          </a:prstGeom>
        </p:spPr>
      </p:pic>
      <p:sp>
        <p:nvSpPr>
          <p:cNvPr id="11" name="Title 1">
            <a:extLst>
              <a:ext uri="{FF2B5EF4-FFF2-40B4-BE49-F238E27FC236}">
                <a16:creationId xmlns:a16="http://schemas.microsoft.com/office/drawing/2014/main" id="{E3D7742C-80CC-4115-89FD-B329D7CEAEB4}"/>
              </a:ext>
            </a:extLst>
          </p:cNvPr>
          <p:cNvSpPr txBox="1">
            <a:spLocks/>
          </p:cNvSpPr>
          <p:nvPr/>
        </p:nvSpPr>
        <p:spPr>
          <a:xfrm>
            <a:off x="210790" y="133688"/>
            <a:ext cx="11830743" cy="768731"/>
          </a:xfrm>
          <a:prstGeom prst="rect">
            <a:avLst/>
          </a:prstGeom>
          <a:solidFill>
            <a:schemeClr val="bg1"/>
          </a:solidFill>
          <a:ln>
            <a:solidFill>
              <a:schemeClr val="bg1"/>
            </a:solidFill>
          </a:ln>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t>Decision Tree in </a:t>
            </a:r>
            <a:r>
              <a:rPr lang="en-US" sz="5400" b="1" dirty="0" err="1"/>
              <a:t>sklearn</a:t>
            </a:r>
            <a:r>
              <a:rPr lang="en-US" sz="5400" b="1" dirty="0"/>
              <a:t>, Example 1</a:t>
            </a:r>
            <a:endParaRPr lang="en-US" sz="5400" b="1" i="1" dirty="0"/>
          </a:p>
        </p:txBody>
      </p:sp>
      <p:sp>
        <p:nvSpPr>
          <p:cNvPr id="8" name="TextBox 7">
            <a:extLst>
              <a:ext uri="{FF2B5EF4-FFF2-40B4-BE49-F238E27FC236}">
                <a16:creationId xmlns:a16="http://schemas.microsoft.com/office/drawing/2014/main" id="{69794824-F00D-49A8-973C-3FA3061DBB9E}"/>
              </a:ext>
            </a:extLst>
          </p:cNvPr>
          <p:cNvSpPr txBox="1"/>
          <p:nvPr/>
        </p:nvSpPr>
        <p:spPr>
          <a:xfrm>
            <a:off x="4474661" y="979934"/>
            <a:ext cx="1980314" cy="425822"/>
          </a:xfrm>
          <a:prstGeom prst="rect">
            <a:avLst/>
          </a:prstGeom>
          <a:noFill/>
        </p:spPr>
        <p:txBody>
          <a:bodyPr wrap="square">
            <a:spAutoFit/>
          </a:bodyPr>
          <a:lstStyle/>
          <a:p>
            <a:r>
              <a:rPr lang="en-US" b="0" i="1" dirty="0" err="1">
                <a:solidFill>
                  <a:srgbClr val="FF0000"/>
                </a:solidFill>
                <a:effectLst/>
                <a:latin typeface="-apple-system"/>
              </a:rPr>
              <a:t>ccp_alpha</a:t>
            </a:r>
            <a:r>
              <a:rPr lang="en-US" b="0" i="1" dirty="0">
                <a:solidFill>
                  <a:srgbClr val="FF0000"/>
                </a:solidFill>
                <a:effectLst/>
                <a:latin typeface="-apple-system"/>
              </a:rPr>
              <a:t>=0.05</a:t>
            </a:r>
            <a:endParaRPr lang="en-US" dirty="0">
              <a:solidFill>
                <a:srgbClr val="FF0000"/>
              </a:solidFill>
            </a:endParaRPr>
          </a:p>
        </p:txBody>
      </p:sp>
    </p:spTree>
    <p:extLst>
      <p:ext uri="{BB962C8B-B14F-4D97-AF65-F5344CB8AC3E}">
        <p14:creationId xmlns:p14="http://schemas.microsoft.com/office/powerpoint/2010/main" val="1820069575"/>
      </p:ext>
    </p:extLst>
  </p:cSld>
  <p:clrMapOvr>
    <a:masterClrMapping/>
  </p:clrMapOvr>
  <mc:AlternateContent xmlns:mc="http://schemas.openxmlformats.org/markup-compatibility/2006" xmlns:p14="http://schemas.microsoft.com/office/powerpoint/2010/main">
    <mc:Choice Requires="p14">
      <p:transition spd="slow" p14:dur="2000" advTm="34282"/>
    </mc:Choice>
    <mc:Fallback xmlns="">
      <p:transition spd="slow" advTm="34282"/>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Random Forest Classifiers in </a:t>
            </a:r>
            <a:r>
              <a:rPr lang="en-US" sz="5400" b="1" dirty="0" err="1"/>
              <a:t>sklearn</a:t>
            </a:r>
            <a:endParaRPr lang="en-US" sz="5400" b="1" i="1" dirty="0"/>
          </a:p>
        </p:txBody>
      </p:sp>
      <p:sp>
        <p:nvSpPr>
          <p:cNvPr id="2" name="Rectangle 1">
            <a:extLst>
              <a:ext uri="{FF2B5EF4-FFF2-40B4-BE49-F238E27FC236}">
                <a16:creationId xmlns:a16="http://schemas.microsoft.com/office/drawing/2014/main" id="{207C8EEE-5764-4D3B-90E5-E532BA323435}"/>
              </a:ext>
            </a:extLst>
          </p:cNvPr>
          <p:cNvSpPr>
            <a:spLocks noChangeArrowheads="1"/>
          </p:cNvSpPr>
          <p:nvPr/>
        </p:nvSpPr>
        <p:spPr bwMode="auto">
          <a:xfrm>
            <a:off x="171072" y="2437687"/>
            <a:ext cx="1183074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rgbClr val="0070C0"/>
                </a:solidFill>
                <a:effectLst/>
                <a:latin typeface="-apple-system"/>
              </a:rPr>
              <a:t>class </a:t>
            </a:r>
            <a:r>
              <a:rPr kumimoji="0" lang="en-US" altLang="en-US" sz="1500" b="0" i="0" u="none" strike="noStrike" cap="none" normalizeH="0" baseline="0" dirty="0" err="1">
                <a:ln>
                  <a:noFill/>
                </a:ln>
                <a:solidFill>
                  <a:srgbClr val="0070C0"/>
                </a:solidFill>
                <a:effectLst/>
                <a:latin typeface="SFMono-Regular"/>
              </a:rPr>
              <a:t>sklearn.ensemble.</a:t>
            </a:r>
            <a:r>
              <a:rPr kumimoji="0" lang="en-US" altLang="en-US" sz="1500" b="1" i="0" u="none" strike="noStrike" cap="none" normalizeH="0" baseline="0" dirty="0" err="1">
                <a:ln>
                  <a:noFill/>
                </a:ln>
                <a:solidFill>
                  <a:srgbClr val="0070C0"/>
                </a:solidFill>
                <a:effectLst/>
                <a:latin typeface="SFMono-Regular"/>
              </a:rPr>
              <a:t>RandomForestClassifier</a:t>
            </a:r>
            <a:r>
              <a:rPr kumimoji="0" lang="en-US" altLang="en-US" sz="1800" b="0" i="0" u="none" strike="noStrike" cap="none" normalizeH="0" baseline="0" dirty="0">
                <a:ln>
                  <a:noFill/>
                </a:ln>
                <a:solidFill>
                  <a:srgbClr val="0070C0"/>
                </a:solidFill>
                <a:effectLst/>
                <a:latin typeface="-apple-system"/>
              </a:rPr>
              <a:t>(</a:t>
            </a:r>
            <a:r>
              <a:rPr kumimoji="0" lang="en-US" altLang="en-US" sz="1800" b="0" i="1" u="none" strike="noStrike" cap="none" normalizeH="0" baseline="0" dirty="0" err="1">
                <a:ln>
                  <a:noFill/>
                </a:ln>
                <a:solidFill>
                  <a:srgbClr val="0070C0"/>
                </a:solidFill>
                <a:effectLst/>
                <a:latin typeface="-apple-system"/>
              </a:rPr>
              <a:t>n_estimators</a:t>
            </a:r>
            <a:r>
              <a:rPr kumimoji="0" lang="en-US" altLang="en-US" sz="1800" b="0" i="1" u="none" strike="noStrike" cap="none" normalizeH="0" baseline="0" dirty="0">
                <a:ln>
                  <a:noFill/>
                </a:ln>
                <a:solidFill>
                  <a:srgbClr val="0070C0"/>
                </a:solidFill>
                <a:effectLst/>
                <a:latin typeface="-apple-system"/>
              </a:rPr>
              <a:t>=100</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a:ln>
                  <a:noFill/>
                </a:ln>
                <a:solidFill>
                  <a:srgbClr val="0070C0"/>
                </a:solidFill>
                <a:effectLst/>
                <a:latin typeface="-apple-system"/>
              </a:rPr>
              <a:t>*</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a:ln>
                  <a:noFill/>
                </a:ln>
                <a:solidFill>
                  <a:srgbClr val="0070C0"/>
                </a:solidFill>
                <a:effectLst/>
                <a:latin typeface="-apple-system"/>
              </a:rPr>
              <a:t>criterion='</a:t>
            </a:r>
            <a:r>
              <a:rPr kumimoji="0" lang="en-US" altLang="en-US" sz="1800" b="0" i="1" u="none" strike="noStrike" cap="none" normalizeH="0" baseline="0" dirty="0" err="1">
                <a:ln>
                  <a:noFill/>
                </a:ln>
                <a:solidFill>
                  <a:srgbClr val="0070C0"/>
                </a:solidFill>
                <a:effectLst/>
                <a:latin typeface="-apple-system"/>
              </a:rPr>
              <a:t>gini</a:t>
            </a:r>
            <a:r>
              <a:rPr kumimoji="0" lang="en-US" altLang="en-US" sz="1800" b="0" i="1" u="none" strike="noStrike" cap="none" normalizeH="0" baseline="0" dirty="0">
                <a:ln>
                  <a:noFill/>
                </a:ln>
                <a:solidFill>
                  <a:srgbClr val="0070C0"/>
                </a:solidFill>
                <a:effectLst/>
                <a:latin typeface="-apple-system"/>
              </a:rPr>
              <a:t>'</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max_depth</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min_samples_split</a:t>
            </a:r>
            <a:r>
              <a:rPr kumimoji="0" lang="en-US" altLang="en-US" sz="1800" b="0" i="1" u="none" strike="noStrike" cap="none" normalizeH="0" baseline="0" dirty="0">
                <a:ln>
                  <a:noFill/>
                </a:ln>
                <a:solidFill>
                  <a:srgbClr val="0070C0"/>
                </a:solidFill>
                <a:effectLst/>
                <a:latin typeface="-apple-system"/>
              </a:rPr>
              <a:t>=2</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min_samples_leaf</a:t>
            </a:r>
            <a:r>
              <a:rPr kumimoji="0" lang="en-US" altLang="en-US" sz="1800" b="0" i="1" u="none" strike="noStrike" cap="none" normalizeH="0" baseline="0" dirty="0">
                <a:ln>
                  <a:noFill/>
                </a:ln>
                <a:solidFill>
                  <a:srgbClr val="0070C0"/>
                </a:solidFill>
                <a:effectLst/>
                <a:latin typeface="-apple-system"/>
              </a:rPr>
              <a:t>=1</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min_weight_fraction_leaf</a:t>
            </a:r>
            <a:r>
              <a:rPr kumimoji="0" lang="en-US" altLang="en-US" sz="1800" b="0" i="1" u="none" strike="noStrike" cap="none" normalizeH="0" baseline="0" dirty="0">
                <a:ln>
                  <a:noFill/>
                </a:ln>
                <a:solidFill>
                  <a:srgbClr val="0070C0"/>
                </a:solidFill>
                <a:effectLst/>
                <a:latin typeface="-apple-system"/>
              </a:rPr>
              <a:t>=0.0</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max_features</a:t>
            </a:r>
            <a:r>
              <a:rPr kumimoji="0" lang="en-US" altLang="en-US" sz="1800" b="0" i="1" u="none" strike="noStrike" cap="none" normalizeH="0" baseline="0" dirty="0">
                <a:ln>
                  <a:noFill/>
                </a:ln>
                <a:solidFill>
                  <a:srgbClr val="0070C0"/>
                </a:solidFill>
                <a:effectLst/>
                <a:latin typeface="-apple-system"/>
              </a:rPr>
              <a:t>='auto'</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max_leaf_nodes</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min_impurity_decrease</a:t>
            </a:r>
            <a:r>
              <a:rPr kumimoji="0" lang="en-US" altLang="en-US" sz="1800" b="0" i="1" u="none" strike="noStrike" cap="none" normalizeH="0" baseline="0" dirty="0">
                <a:ln>
                  <a:noFill/>
                </a:ln>
                <a:solidFill>
                  <a:srgbClr val="0070C0"/>
                </a:solidFill>
                <a:effectLst/>
                <a:latin typeface="-apple-system"/>
              </a:rPr>
              <a:t>=0.0</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min_impurity_split</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a:ln>
                  <a:noFill/>
                </a:ln>
                <a:solidFill>
                  <a:srgbClr val="0070C0"/>
                </a:solidFill>
                <a:effectLst/>
                <a:latin typeface="-apple-system"/>
              </a:rPr>
              <a:t>bootstrap=True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oob_score</a:t>
            </a:r>
            <a:r>
              <a:rPr kumimoji="0" lang="en-US" altLang="en-US" sz="1800" b="0" i="1" u="none" strike="noStrike" cap="none" normalizeH="0" baseline="0" dirty="0">
                <a:ln>
                  <a:noFill/>
                </a:ln>
                <a:solidFill>
                  <a:srgbClr val="0070C0"/>
                </a:solidFill>
                <a:effectLst/>
                <a:latin typeface="-apple-system"/>
              </a:rPr>
              <a:t>=False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n_jobs</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random_state</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a:ln>
                  <a:noFill/>
                </a:ln>
                <a:solidFill>
                  <a:srgbClr val="0070C0"/>
                </a:solidFill>
                <a:effectLst/>
                <a:latin typeface="-apple-system"/>
              </a:rPr>
              <a:t>verbose=0</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warm_start</a:t>
            </a:r>
            <a:r>
              <a:rPr kumimoji="0" lang="en-US" altLang="en-US" sz="1800" b="0" i="1" u="none" strike="noStrike" cap="none" normalizeH="0" baseline="0" dirty="0">
                <a:ln>
                  <a:noFill/>
                </a:ln>
                <a:solidFill>
                  <a:srgbClr val="0070C0"/>
                </a:solidFill>
                <a:effectLst/>
                <a:latin typeface="-apple-system"/>
              </a:rPr>
              <a:t>=False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class_weight</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ccp_alpha</a:t>
            </a:r>
            <a:r>
              <a:rPr kumimoji="0" lang="en-US" altLang="en-US" sz="1800" b="0" i="1" u="none" strike="noStrike" cap="none" normalizeH="0" baseline="0" dirty="0">
                <a:ln>
                  <a:noFill/>
                </a:ln>
                <a:solidFill>
                  <a:srgbClr val="0070C0"/>
                </a:solidFill>
                <a:effectLst/>
                <a:latin typeface="-apple-system"/>
              </a:rPr>
              <a:t>=0.0</a:t>
            </a:r>
            <a:r>
              <a:rPr kumimoji="0" lang="en-US" altLang="en-US" sz="1800" b="0" i="0" u="none" strike="noStrike" cap="none" normalizeH="0" baseline="0" dirty="0">
                <a:ln>
                  <a:noFill/>
                </a:ln>
                <a:solidFill>
                  <a:srgbClr val="0070C0"/>
                </a:solidFill>
                <a:effectLst/>
                <a:latin typeface="-apple-system"/>
              </a:rPr>
              <a:t>, </a:t>
            </a:r>
            <a:r>
              <a:rPr kumimoji="0" lang="en-US" altLang="en-US" sz="1800" b="0" i="1" u="none" strike="noStrike" cap="none" normalizeH="0" baseline="0" dirty="0" err="1">
                <a:ln>
                  <a:noFill/>
                </a:ln>
                <a:solidFill>
                  <a:srgbClr val="0070C0"/>
                </a:solidFill>
                <a:effectLst/>
                <a:latin typeface="-apple-system"/>
              </a:rPr>
              <a:t>max_samples</a:t>
            </a:r>
            <a:r>
              <a:rPr kumimoji="0" lang="en-US" altLang="en-US" sz="1800" b="0" i="1" u="none" strike="noStrike" cap="none" normalizeH="0" baseline="0" dirty="0">
                <a:ln>
                  <a:noFill/>
                </a:ln>
                <a:solidFill>
                  <a:srgbClr val="0070C0"/>
                </a:solidFill>
                <a:effectLst/>
                <a:latin typeface="-apple-system"/>
              </a:rPr>
              <a:t>=None</a:t>
            </a:r>
            <a:r>
              <a:rPr kumimoji="0" lang="en-US" altLang="en-US" sz="1800" b="0" i="0" u="none" strike="noStrike" cap="none" normalizeH="0" baseline="0" dirty="0">
                <a:ln>
                  <a:noFill/>
                </a:ln>
                <a:solidFill>
                  <a:srgbClr val="0070C0"/>
                </a:solidFill>
                <a:effectLst/>
                <a:latin typeface="-apple-system"/>
              </a:rPr>
              <a:t>)</a:t>
            </a:r>
            <a:r>
              <a:rPr kumimoji="0" lang="en-US" altLang="en-US" sz="800" b="0" i="0" u="none" strike="noStrike" cap="none" normalizeH="0" baseline="0" dirty="0">
                <a:ln>
                  <a:noFill/>
                </a:ln>
                <a:solidFill>
                  <a:srgbClr val="0070C0"/>
                </a:solidFill>
                <a:effectLst/>
              </a:rPr>
              <a:t> </a:t>
            </a:r>
            <a:endParaRPr kumimoji="0" lang="en-US" altLang="en-US" sz="1800" b="0" i="0" u="none" strike="noStrike" cap="none" normalizeH="0" baseline="0" dirty="0">
              <a:ln>
                <a:noFill/>
              </a:ln>
              <a:solidFill>
                <a:srgbClr val="0070C0"/>
              </a:solidFill>
              <a:effectLst/>
            </a:endParaRPr>
          </a:p>
        </p:txBody>
      </p:sp>
      <p:sp>
        <p:nvSpPr>
          <p:cNvPr id="3" name="Rectangle 2">
            <a:extLst>
              <a:ext uri="{FF2B5EF4-FFF2-40B4-BE49-F238E27FC236}">
                <a16:creationId xmlns:a16="http://schemas.microsoft.com/office/drawing/2014/main" id="{17437042-F72C-4BF7-9EF9-7A1D37421889}"/>
              </a:ext>
            </a:extLst>
          </p:cNvPr>
          <p:cNvSpPr>
            <a:spLocks noChangeArrowheads="1"/>
          </p:cNvSpPr>
          <p:nvPr/>
        </p:nvSpPr>
        <p:spPr bwMode="auto">
          <a:xfrm>
            <a:off x="210789" y="1022119"/>
            <a:ext cx="11830743" cy="129586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rgbClr val="212529"/>
                </a:solidFill>
                <a:effectLst/>
                <a:latin typeface="Calibri (Body)"/>
              </a:rPr>
              <a:t>A random forest is a supervised learning approach that fits a set of decision tree classifiers/regressors on different sub-samples (randomly drawn with replacement) of the input dataset.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lang="en-US" altLang="en-US" sz="1800" dirty="0">
                <a:solidFill>
                  <a:srgbClr val="212529"/>
                </a:solidFill>
                <a:latin typeface="Calibri (Body)"/>
              </a:rPr>
              <a:t>It averages the individual predictions</a:t>
            </a:r>
            <a:r>
              <a:rPr kumimoji="0" lang="en-US" altLang="en-US" sz="1800" b="0" i="0" u="none" strike="noStrike" cap="none" normalizeH="0" baseline="0" dirty="0">
                <a:ln>
                  <a:noFill/>
                </a:ln>
                <a:solidFill>
                  <a:srgbClr val="212529"/>
                </a:solidFill>
                <a:effectLst/>
                <a:latin typeface="Calibri (Body)"/>
              </a:rPr>
              <a:t> to improve the predictive accuracy and control over-fitting.</a:t>
            </a:r>
          </a:p>
        </p:txBody>
      </p:sp>
      <p:sp>
        <p:nvSpPr>
          <p:cNvPr id="4" name="TextBox 3">
            <a:extLst>
              <a:ext uri="{FF2B5EF4-FFF2-40B4-BE49-F238E27FC236}">
                <a16:creationId xmlns:a16="http://schemas.microsoft.com/office/drawing/2014/main" id="{0FD68D05-6AB0-4CE5-8EA0-F232CEE9A40C}"/>
              </a:ext>
            </a:extLst>
          </p:cNvPr>
          <p:cNvSpPr txBox="1"/>
          <p:nvPr/>
        </p:nvSpPr>
        <p:spPr>
          <a:xfrm>
            <a:off x="171072" y="3688929"/>
            <a:ext cx="11830742" cy="2270109"/>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sz="1600" dirty="0" err="1">
                <a:solidFill>
                  <a:srgbClr val="FF0000"/>
                </a:solidFill>
              </a:rPr>
              <a:t>n_estimators</a:t>
            </a:r>
            <a:r>
              <a:rPr lang="en-US" sz="1600" dirty="0">
                <a:solidFill>
                  <a:srgbClr val="FF0000"/>
                </a:solidFill>
              </a:rPr>
              <a:t>: the number of the trees in the forest.</a:t>
            </a:r>
          </a:p>
          <a:p>
            <a:pPr marL="342900" indent="-342900">
              <a:lnSpc>
                <a:spcPct val="150000"/>
              </a:lnSpc>
              <a:buFont typeface="Wingdings" panose="05000000000000000000" pitchFamily="2" charset="2"/>
              <a:buChar char="q"/>
            </a:pPr>
            <a:r>
              <a:rPr lang="en-US" sz="1600" dirty="0">
                <a:solidFill>
                  <a:srgbClr val="FF0000"/>
                </a:solidFill>
              </a:rPr>
              <a:t>bootstrap: if True, random samples from the whole data is drown randomly with replacement, otherwise the whole data is used to grow the tree.</a:t>
            </a:r>
          </a:p>
          <a:p>
            <a:pPr marL="342900" indent="-342900">
              <a:lnSpc>
                <a:spcPct val="150000"/>
              </a:lnSpc>
              <a:buFont typeface="Wingdings" panose="05000000000000000000" pitchFamily="2" charset="2"/>
              <a:buChar char="q"/>
            </a:pPr>
            <a:r>
              <a:rPr lang="en-US" sz="1600" dirty="0" err="1">
                <a:solidFill>
                  <a:srgbClr val="FF0000"/>
                </a:solidFill>
              </a:rPr>
              <a:t>oob_score</a:t>
            </a:r>
            <a:r>
              <a:rPr lang="en-US" sz="1600" dirty="0">
                <a:solidFill>
                  <a:srgbClr val="FF0000"/>
                </a:solidFill>
              </a:rPr>
              <a:t>: if True, the out-of-bag approach is used with the bootstrap as a validation approach. The samples left out of the bootstrap sampling are used on trees that didn’t see such examples while training. The class assigned to the </a:t>
            </a:r>
            <a:r>
              <a:rPr lang="en-US" sz="1600" dirty="0" err="1">
                <a:solidFill>
                  <a:srgbClr val="FF0000"/>
                </a:solidFill>
              </a:rPr>
              <a:t>oob</a:t>
            </a:r>
            <a:r>
              <a:rPr lang="en-US" sz="1600" dirty="0">
                <a:solidFill>
                  <a:srgbClr val="FF0000"/>
                </a:solidFill>
              </a:rPr>
              <a:t> samples is the majority vote of the classifications from all trees that are used to test these samples.</a:t>
            </a:r>
          </a:p>
        </p:txBody>
      </p:sp>
    </p:spTree>
    <p:extLst>
      <p:ext uri="{BB962C8B-B14F-4D97-AF65-F5344CB8AC3E}">
        <p14:creationId xmlns:p14="http://schemas.microsoft.com/office/powerpoint/2010/main" val="3417202013"/>
      </p:ext>
    </p:extLst>
  </p:cSld>
  <p:clrMapOvr>
    <a:masterClrMapping/>
  </p:clrMapOvr>
  <mc:AlternateContent xmlns:mc="http://schemas.openxmlformats.org/markup-compatibility/2006" xmlns:p14="http://schemas.microsoft.com/office/powerpoint/2010/main">
    <mc:Choice Requires="p14">
      <p:transition spd="slow" p14:dur="2000" advTm="134787"/>
    </mc:Choice>
    <mc:Fallback xmlns="">
      <p:transition spd="slow" advTm="134787"/>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Random Forest Classifiers in </a:t>
            </a:r>
            <a:r>
              <a:rPr lang="en-US" sz="5400" b="1" dirty="0" err="1"/>
              <a:t>sklearn</a:t>
            </a:r>
            <a:endParaRPr lang="en-US" sz="5400" b="1" i="1" dirty="0"/>
          </a:p>
        </p:txBody>
      </p:sp>
      <p:pic>
        <p:nvPicPr>
          <p:cNvPr id="4" name="Picture 3" descr="Text&#10;&#10;Description automatically generated">
            <a:extLst>
              <a:ext uri="{FF2B5EF4-FFF2-40B4-BE49-F238E27FC236}">
                <a16:creationId xmlns:a16="http://schemas.microsoft.com/office/drawing/2014/main" id="{818FD694-BA50-492D-91DD-8E187E5FD4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80" y="1143238"/>
            <a:ext cx="6535062" cy="2934109"/>
          </a:xfrm>
          <a:prstGeom prst="rect">
            <a:avLst/>
          </a:prstGeom>
        </p:spPr>
      </p:pic>
      <p:pic>
        <p:nvPicPr>
          <p:cNvPr id="6" name="Picture 5" descr="Text&#10;&#10;Description automatically generated">
            <a:extLst>
              <a:ext uri="{FF2B5EF4-FFF2-40B4-BE49-F238E27FC236}">
                <a16:creationId xmlns:a16="http://schemas.microsoft.com/office/drawing/2014/main" id="{4AD1DFC1-FBCC-4366-9428-AB31D814FD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980" y="4318166"/>
            <a:ext cx="4525006" cy="590632"/>
          </a:xfrm>
          <a:prstGeom prst="rect">
            <a:avLst/>
          </a:prstGeom>
        </p:spPr>
      </p:pic>
      <p:pic>
        <p:nvPicPr>
          <p:cNvPr id="8" name="Picture 7" descr="Text&#10;&#10;Description automatically generated">
            <a:extLst>
              <a:ext uri="{FF2B5EF4-FFF2-40B4-BE49-F238E27FC236}">
                <a16:creationId xmlns:a16="http://schemas.microsoft.com/office/drawing/2014/main" id="{AD0BD6EB-56B7-4336-B441-4D7F9EEA21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980" y="5149617"/>
            <a:ext cx="3820058" cy="905001"/>
          </a:xfrm>
          <a:prstGeom prst="rect">
            <a:avLst/>
          </a:prstGeom>
        </p:spPr>
      </p:pic>
      <p:pic>
        <p:nvPicPr>
          <p:cNvPr id="10" name="Picture 9" descr="Diagram&#10;&#10;Description automatically generated">
            <a:extLst>
              <a:ext uri="{FF2B5EF4-FFF2-40B4-BE49-F238E27FC236}">
                <a16:creationId xmlns:a16="http://schemas.microsoft.com/office/drawing/2014/main" id="{E5B904D8-E7BC-4463-8BD7-22D31E179E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92512" y="1068481"/>
            <a:ext cx="4194725" cy="3083623"/>
          </a:xfrm>
          <a:prstGeom prst="rect">
            <a:avLst/>
          </a:prstGeom>
        </p:spPr>
      </p:pic>
      <p:pic>
        <p:nvPicPr>
          <p:cNvPr id="12" name="Picture 11" descr="A picture containing diagram&#10;&#10;Description automatically generated">
            <a:extLst>
              <a:ext uri="{FF2B5EF4-FFF2-40B4-BE49-F238E27FC236}">
                <a16:creationId xmlns:a16="http://schemas.microsoft.com/office/drawing/2014/main" id="{98DA2944-955C-46FF-9ADF-31DCA65E4A7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530664" y="4417867"/>
            <a:ext cx="2318419" cy="1691915"/>
          </a:xfrm>
          <a:prstGeom prst="rect">
            <a:avLst/>
          </a:prstGeom>
        </p:spPr>
      </p:pic>
      <p:sp>
        <p:nvSpPr>
          <p:cNvPr id="13" name="TextBox 12">
            <a:extLst>
              <a:ext uri="{FF2B5EF4-FFF2-40B4-BE49-F238E27FC236}">
                <a16:creationId xmlns:a16="http://schemas.microsoft.com/office/drawing/2014/main" id="{6E6246CE-45F7-46BC-9AEC-A436723A1328}"/>
              </a:ext>
            </a:extLst>
          </p:cNvPr>
          <p:cNvSpPr txBox="1"/>
          <p:nvPr/>
        </p:nvSpPr>
        <p:spPr>
          <a:xfrm>
            <a:off x="9806923" y="930327"/>
            <a:ext cx="1980314" cy="425822"/>
          </a:xfrm>
          <a:prstGeom prst="rect">
            <a:avLst/>
          </a:prstGeom>
          <a:noFill/>
        </p:spPr>
        <p:txBody>
          <a:bodyPr wrap="square">
            <a:spAutoFit/>
          </a:bodyPr>
          <a:lstStyle/>
          <a:p>
            <a:r>
              <a:rPr lang="en-US" b="0" i="1" dirty="0" err="1">
                <a:solidFill>
                  <a:srgbClr val="FF0000"/>
                </a:solidFill>
                <a:effectLst/>
                <a:latin typeface="-apple-system"/>
              </a:rPr>
              <a:t>ccp_alpha</a:t>
            </a:r>
            <a:r>
              <a:rPr lang="en-US" b="0" i="1" dirty="0">
                <a:solidFill>
                  <a:srgbClr val="FF0000"/>
                </a:solidFill>
                <a:effectLst/>
                <a:latin typeface="-apple-system"/>
              </a:rPr>
              <a:t>=0.0</a:t>
            </a:r>
            <a:endParaRPr lang="en-US" dirty="0">
              <a:solidFill>
                <a:srgbClr val="FF0000"/>
              </a:solidFill>
            </a:endParaRPr>
          </a:p>
        </p:txBody>
      </p:sp>
      <p:sp>
        <p:nvSpPr>
          <p:cNvPr id="14" name="TextBox 13">
            <a:extLst>
              <a:ext uri="{FF2B5EF4-FFF2-40B4-BE49-F238E27FC236}">
                <a16:creationId xmlns:a16="http://schemas.microsoft.com/office/drawing/2014/main" id="{9CFD1B8A-330B-413E-8CD9-9A7A10CF719A}"/>
              </a:ext>
            </a:extLst>
          </p:cNvPr>
          <p:cNvSpPr txBox="1"/>
          <p:nvPr/>
        </p:nvSpPr>
        <p:spPr>
          <a:xfrm>
            <a:off x="10177532" y="4207608"/>
            <a:ext cx="1980314" cy="425822"/>
          </a:xfrm>
          <a:prstGeom prst="rect">
            <a:avLst/>
          </a:prstGeom>
          <a:noFill/>
        </p:spPr>
        <p:txBody>
          <a:bodyPr wrap="square">
            <a:spAutoFit/>
          </a:bodyPr>
          <a:lstStyle/>
          <a:p>
            <a:r>
              <a:rPr lang="en-US" b="0" i="1" dirty="0" err="1">
                <a:solidFill>
                  <a:srgbClr val="FF0000"/>
                </a:solidFill>
                <a:effectLst/>
                <a:latin typeface="-apple-system"/>
              </a:rPr>
              <a:t>ccp_alpha</a:t>
            </a:r>
            <a:r>
              <a:rPr lang="en-US" b="0" i="1" dirty="0">
                <a:solidFill>
                  <a:srgbClr val="FF0000"/>
                </a:solidFill>
                <a:effectLst/>
                <a:latin typeface="-apple-system"/>
              </a:rPr>
              <a:t>=0.05</a:t>
            </a:r>
            <a:endParaRPr lang="en-US" dirty="0">
              <a:solidFill>
                <a:srgbClr val="FF0000"/>
              </a:solidFill>
            </a:endParaRPr>
          </a:p>
        </p:txBody>
      </p:sp>
    </p:spTree>
    <p:extLst>
      <p:ext uri="{BB962C8B-B14F-4D97-AF65-F5344CB8AC3E}">
        <p14:creationId xmlns:p14="http://schemas.microsoft.com/office/powerpoint/2010/main" val="769627685"/>
      </p:ext>
    </p:extLst>
  </p:cSld>
  <p:clrMapOvr>
    <a:masterClrMapping/>
  </p:clrMapOvr>
  <mc:AlternateContent xmlns:mc="http://schemas.openxmlformats.org/markup-compatibility/2006" xmlns:p14="http://schemas.microsoft.com/office/powerpoint/2010/main">
    <mc:Choice Requires="p14">
      <p:transition spd="slow" p14:dur="2000" advTm="61871"/>
    </mc:Choice>
    <mc:Fallback xmlns="">
      <p:transition spd="slow" advTm="61871"/>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Random Forest Classifiers in </a:t>
            </a:r>
            <a:r>
              <a:rPr lang="en-US" sz="5400" b="1" dirty="0" err="1"/>
              <a:t>sklearn</a:t>
            </a:r>
            <a:endParaRPr lang="en-US" sz="5400" b="1" i="1" dirty="0"/>
          </a:p>
        </p:txBody>
      </p:sp>
      <p:pic>
        <p:nvPicPr>
          <p:cNvPr id="4" name="Picture 3" descr="Chart, scatter chart&#10;&#10;Description automatically generated">
            <a:extLst>
              <a:ext uri="{FF2B5EF4-FFF2-40B4-BE49-F238E27FC236}">
                <a16:creationId xmlns:a16="http://schemas.microsoft.com/office/drawing/2014/main" id="{E0AFCACF-D72A-4EEE-9D2F-A1757797B7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88" y="1596607"/>
            <a:ext cx="3900132" cy="3024335"/>
          </a:xfrm>
          <a:prstGeom prst="rect">
            <a:avLst/>
          </a:prstGeom>
        </p:spPr>
      </p:pic>
      <p:pic>
        <p:nvPicPr>
          <p:cNvPr id="8" name="Picture 7" descr="Chart, scatter chart&#10;&#10;Description automatically generated">
            <a:extLst>
              <a:ext uri="{FF2B5EF4-FFF2-40B4-BE49-F238E27FC236}">
                <a16:creationId xmlns:a16="http://schemas.microsoft.com/office/drawing/2014/main" id="{8DD28FE7-B9AC-4D29-BB6E-7467F734E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9901" y="1672746"/>
            <a:ext cx="3865971" cy="2948196"/>
          </a:xfrm>
          <a:prstGeom prst="rect">
            <a:avLst/>
          </a:prstGeom>
        </p:spPr>
      </p:pic>
      <p:sp>
        <p:nvSpPr>
          <p:cNvPr id="9" name="TextBox 8">
            <a:extLst>
              <a:ext uri="{FF2B5EF4-FFF2-40B4-BE49-F238E27FC236}">
                <a16:creationId xmlns:a16="http://schemas.microsoft.com/office/drawing/2014/main" id="{57D53FC3-8E8E-4CDC-B431-C3F7724EC789}"/>
              </a:ext>
            </a:extLst>
          </p:cNvPr>
          <p:cNvSpPr txBox="1"/>
          <p:nvPr/>
        </p:nvSpPr>
        <p:spPr>
          <a:xfrm>
            <a:off x="8279381" y="1338647"/>
            <a:ext cx="1980314" cy="425822"/>
          </a:xfrm>
          <a:prstGeom prst="rect">
            <a:avLst/>
          </a:prstGeom>
          <a:noFill/>
        </p:spPr>
        <p:txBody>
          <a:bodyPr wrap="square">
            <a:spAutoFit/>
          </a:bodyPr>
          <a:lstStyle/>
          <a:p>
            <a:r>
              <a:rPr lang="en-US" b="0" i="1" dirty="0" err="1">
                <a:solidFill>
                  <a:srgbClr val="212529"/>
                </a:solidFill>
                <a:effectLst/>
                <a:latin typeface="-apple-system"/>
              </a:rPr>
              <a:t>ccp_alpha</a:t>
            </a:r>
            <a:r>
              <a:rPr lang="en-US" b="0" i="1" dirty="0">
                <a:solidFill>
                  <a:srgbClr val="212529"/>
                </a:solidFill>
                <a:effectLst/>
                <a:latin typeface="-apple-system"/>
              </a:rPr>
              <a:t>=0.05</a:t>
            </a:r>
            <a:endParaRPr lang="en-US" dirty="0"/>
          </a:p>
        </p:txBody>
      </p:sp>
      <p:pic>
        <p:nvPicPr>
          <p:cNvPr id="10" name="Picture 9" descr="Chart, scatter chart, bubble chart&#10;&#10;Description automatically generated">
            <a:extLst>
              <a:ext uri="{FF2B5EF4-FFF2-40B4-BE49-F238E27FC236}">
                <a16:creationId xmlns:a16="http://schemas.microsoft.com/office/drawing/2014/main" id="{CC008994-9056-468A-ABAB-C3289EAD4D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02359" y="1445056"/>
            <a:ext cx="1418795" cy="1338863"/>
          </a:xfrm>
          <a:prstGeom prst="rect">
            <a:avLst/>
          </a:prstGeom>
        </p:spPr>
      </p:pic>
      <p:sp>
        <p:nvSpPr>
          <p:cNvPr id="11" name="TextBox 10">
            <a:extLst>
              <a:ext uri="{FF2B5EF4-FFF2-40B4-BE49-F238E27FC236}">
                <a16:creationId xmlns:a16="http://schemas.microsoft.com/office/drawing/2014/main" id="{AAFA8A58-813B-48DA-AFE1-2C682C2DC4D1}"/>
              </a:ext>
            </a:extLst>
          </p:cNvPr>
          <p:cNvSpPr txBox="1"/>
          <p:nvPr/>
        </p:nvSpPr>
        <p:spPr>
          <a:xfrm>
            <a:off x="1739970" y="1338647"/>
            <a:ext cx="1980314" cy="425822"/>
          </a:xfrm>
          <a:prstGeom prst="rect">
            <a:avLst/>
          </a:prstGeom>
          <a:noFill/>
        </p:spPr>
        <p:txBody>
          <a:bodyPr wrap="square">
            <a:spAutoFit/>
          </a:bodyPr>
          <a:lstStyle/>
          <a:p>
            <a:r>
              <a:rPr lang="en-US" b="0" i="1" dirty="0" err="1">
                <a:solidFill>
                  <a:srgbClr val="212529"/>
                </a:solidFill>
                <a:effectLst/>
                <a:latin typeface="-apple-system"/>
              </a:rPr>
              <a:t>ccp_alpha</a:t>
            </a:r>
            <a:r>
              <a:rPr lang="en-US" b="0" i="1" dirty="0">
                <a:solidFill>
                  <a:srgbClr val="212529"/>
                </a:solidFill>
                <a:effectLst/>
                <a:latin typeface="-apple-system"/>
              </a:rPr>
              <a:t>=0.0</a:t>
            </a:r>
            <a:endParaRPr lang="en-US" dirty="0"/>
          </a:p>
        </p:txBody>
      </p:sp>
      <p:sp>
        <p:nvSpPr>
          <p:cNvPr id="2" name="TextBox 1">
            <a:extLst>
              <a:ext uri="{FF2B5EF4-FFF2-40B4-BE49-F238E27FC236}">
                <a16:creationId xmlns:a16="http://schemas.microsoft.com/office/drawing/2014/main" id="{CDB25BF2-2E8B-E47E-22F0-B84569A4A96A}"/>
              </a:ext>
            </a:extLst>
          </p:cNvPr>
          <p:cNvSpPr txBox="1"/>
          <p:nvPr/>
        </p:nvSpPr>
        <p:spPr>
          <a:xfrm>
            <a:off x="1739970" y="5155638"/>
            <a:ext cx="3423595" cy="427838"/>
          </a:xfrm>
          <a:prstGeom prst="rect">
            <a:avLst/>
          </a:prstGeom>
          <a:noFill/>
        </p:spPr>
        <p:txBody>
          <a:bodyPr wrap="square" rtlCol="0">
            <a:spAutoFit/>
          </a:bodyPr>
          <a:lstStyle/>
          <a:p>
            <a:r>
              <a:rPr lang="en-US" dirty="0"/>
              <a:t>Accuracy = 0.85</a:t>
            </a:r>
          </a:p>
        </p:txBody>
      </p:sp>
      <p:sp>
        <p:nvSpPr>
          <p:cNvPr id="3" name="TextBox 2">
            <a:extLst>
              <a:ext uri="{FF2B5EF4-FFF2-40B4-BE49-F238E27FC236}">
                <a16:creationId xmlns:a16="http://schemas.microsoft.com/office/drawing/2014/main" id="{576A1C5B-A52B-77A2-2132-02CC55127584}"/>
              </a:ext>
            </a:extLst>
          </p:cNvPr>
          <p:cNvSpPr txBox="1"/>
          <p:nvPr/>
        </p:nvSpPr>
        <p:spPr>
          <a:xfrm>
            <a:off x="8279381" y="5098722"/>
            <a:ext cx="3423595" cy="427838"/>
          </a:xfrm>
          <a:prstGeom prst="rect">
            <a:avLst/>
          </a:prstGeom>
          <a:noFill/>
        </p:spPr>
        <p:txBody>
          <a:bodyPr wrap="square" rtlCol="0">
            <a:spAutoFit/>
          </a:bodyPr>
          <a:lstStyle/>
          <a:p>
            <a:r>
              <a:rPr lang="en-US" dirty="0"/>
              <a:t>Accuracy = 0.95</a:t>
            </a:r>
          </a:p>
        </p:txBody>
      </p:sp>
    </p:spTree>
    <p:extLst>
      <p:ext uri="{BB962C8B-B14F-4D97-AF65-F5344CB8AC3E}">
        <p14:creationId xmlns:p14="http://schemas.microsoft.com/office/powerpoint/2010/main" val="3924164971"/>
      </p:ext>
    </p:extLst>
  </p:cSld>
  <p:clrMapOvr>
    <a:masterClrMapping/>
  </p:clrMapOvr>
  <mc:AlternateContent xmlns:mc="http://schemas.openxmlformats.org/markup-compatibility/2006" xmlns:p14="http://schemas.microsoft.com/office/powerpoint/2010/main">
    <mc:Choice Requires="p14">
      <p:transition spd="slow" p14:dur="2000" advTm="96054"/>
    </mc:Choice>
    <mc:Fallback xmlns="">
      <p:transition spd="slow" advTm="96054"/>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3211873-A853-4566-B8BC-F99F8593BF3B}"/>
              </a:ext>
            </a:extLst>
          </p:cNvPr>
          <p:cNvSpPr>
            <a:spLocks noGrp="1"/>
          </p:cNvSpPr>
          <p:nvPr>
            <p:ph type="title"/>
          </p:nvPr>
        </p:nvSpPr>
        <p:spPr>
          <a:xfrm>
            <a:off x="210790" y="133688"/>
            <a:ext cx="11830743" cy="768731"/>
          </a:xfrm>
          <a:solidFill>
            <a:schemeClr val="bg1"/>
          </a:solidFill>
          <a:ln>
            <a:solidFill>
              <a:schemeClr val="bg1"/>
            </a:solidFill>
          </a:ln>
        </p:spPr>
        <p:txBody>
          <a:bodyPr>
            <a:normAutofit fontScale="90000"/>
          </a:bodyPr>
          <a:lstStyle/>
          <a:p>
            <a:r>
              <a:rPr lang="en-US" sz="5400" b="1" dirty="0"/>
              <a:t>Random Forests Classifiers in </a:t>
            </a:r>
            <a:r>
              <a:rPr lang="en-US" sz="5400" b="1" dirty="0" err="1"/>
              <a:t>sklearn</a:t>
            </a:r>
            <a:endParaRPr lang="en-US" sz="5400" b="1" i="1" dirty="0"/>
          </a:p>
        </p:txBody>
      </p:sp>
      <p:pic>
        <p:nvPicPr>
          <p:cNvPr id="5" name="Picture 4" descr="Chart, scatter chart&#10;&#10;Description automatically generated">
            <a:extLst>
              <a:ext uri="{FF2B5EF4-FFF2-40B4-BE49-F238E27FC236}">
                <a16:creationId xmlns:a16="http://schemas.microsoft.com/office/drawing/2014/main" id="{C8B0F69F-B8AE-4353-9EE1-EEBA77B43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610" y="1944003"/>
            <a:ext cx="3840271" cy="2928508"/>
          </a:xfrm>
          <a:prstGeom prst="rect">
            <a:avLst/>
          </a:prstGeom>
        </p:spPr>
      </p:pic>
      <p:pic>
        <p:nvPicPr>
          <p:cNvPr id="7" name="Picture 6" descr="Chart, scatter chart&#10;&#10;Description automatically generated">
            <a:extLst>
              <a:ext uri="{FF2B5EF4-FFF2-40B4-BE49-F238E27FC236}">
                <a16:creationId xmlns:a16="http://schemas.microsoft.com/office/drawing/2014/main" id="{2267723C-563A-45BB-94A4-CEB594970D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2242" y="1955953"/>
            <a:ext cx="3872473" cy="2932015"/>
          </a:xfrm>
          <a:prstGeom prst="rect">
            <a:avLst/>
          </a:prstGeom>
        </p:spPr>
      </p:pic>
      <p:pic>
        <p:nvPicPr>
          <p:cNvPr id="9" name="Picture 8" descr="Chart, scatter chart&#10;&#10;Description automatically generated">
            <a:extLst>
              <a:ext uri="{FF2B5EF4-FFF2-40B4-BE49-F238E27FC236}">
                <a16:creationId xmlns:a16="http://schemas.microsoft.com/office/drawing/2014/main" id="{BFF3C529-0066-4DC8-B215-AD4A2F361C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6026" y="1940495"/>
            <a:ext cx="3840271" cy="2932016"/>
          </a:xfrm>
          <a:prstGeom prst="rect">
            <a:avLst/>
          </a:prstGeom>
        </p:spPr>
      </p:pic>
      <p:sp>
        <p:nvSpPr>
          <p:cNvPr id="10" name="TextBox 9">
            <a:extLst>
              <a:ext uri="{FF2B5EF4-FFF2-40B4-BE49-F238E27FC236}">
                <a16:creationId xmlns:a16="http://schemas.microsoft.com/office/drawing/2014/main" id="{BF613E24-C24B-4184-AEF2-9E2212AFA081}"/>
              </a:ext>
            </a:extLst>
          </p:cNvPr>
          <p:cNvSpPr txBox="1"/>
          <p:nvPr/>
        </p:nvSpPr>
        <p:spPr>
          <a:xfrm>
            <a:off x="9339463" y="1530131"/>
            <a:ext cx="1980314" cy="425822"/>
          </a:xfrm>
          <a:prstGeom prst="rect">
            <a:avLst/>
          </a:prstGeom>
          <a:noFill/>
        </p:spPr>
        <p:txBody>
          <a:bodyPr wrap="square">
            <a:spAutoFit/>
          </a:bodyPr>
          <a:lstStyle/>
          <a:p>
            <a:r>
              <a:rPr lang="en-US" b="0" i="1" dirty="0" err="1">
                <a:solidFill>
                  <a:srgbClr val="212529"/>
                </a:solidFill>
                <a:effectLst/>
                <a:latin typeface="-apple-system"/>
              </a:rPr>
              <a:t>ccp_alpha</a:t>
            </a:r>
            <a:r>
              <a:rPr lang="en-US" b="0" i="1" dirty="0">
                <a:solidFill>
                  <a:srgbClr val="212529"/>
                </a:solidFill>
                <a:effectLst/>
                <a:latin typeface="-apple-system"/>
              </a:rPr>
              <a:t>=0.05</a:t>
            </a:r>
            <a:endParaRPr lang="en-US" dirty="0"/>
          </a:p>
        </p:txBody>
      </p:sp>
      <p:sp>
        <p:nvSpPr>
          <p:cNvPr id="11" name="TextBox 10">
            <a:extLst>
              <a:ext uri="{FF2B5EF4-FFF2-40B4-BE49-F238E27FC236}">
                <a16:creationId xmlns:a16="http://schemas.microsoft.com/office/drawing/2014/main" id="{36E431A7-1D05-407D-812D-FDC168D98351}"/>
              </a:ext>
            </a:extLst>
          </p:cNvPr>
          <p:cNvSpPr txBox="1"/>
          <p:nvPr/>
        </p:nvSpPr>
        <p:spPr>
          <a:xfrm>
            <a:off x="5470307" y="1514673"/>
            <a:ext cx="1980314" cy="425822"/>
          </a:xfrm>
          <a:prstGeom prst="rect">
            <a:avLst/>
          </a:prstGeom>
          <a:noFill/>
        </p:spPr>
        <p:txBody>
          <a:bodyPr wrap="square">
            <a:spAutoFit/>
          </a:bodyPr>
          <a:lstStyle/>
          <a:p>
            <a:r>
              <a:rPr lang="en-US" b="0" i="1" dirty="0" err="1">
                <a:solidFill>
                  <a:srgbClr val="212529"/>
                </a:solidFill>
                <a:effectLst/>
                <a:latin typeface="-apple-system"/>
              </a:rPr>
              <a:t>ccp_alpha</a:t>
            </a:r>
            <a:r>
              <a:rPr lang="en-US" b="0" i="1" dirty="0">
                <a:solidFill>
                  <a:srgbClr val="212529"/>
                </a:solidFill>
                <a:effectLst/>
                <a:latin typeface="-apple-system"/>
              </a:rPr>
              <a:t>=0.0</a:t>
            </a:r>
            <a:endParaRPr lang="en-US" dirty="0"/>
          </a:p>
        </p:txBody>
      </p:sp>
    </p:spTree>
    <p:extLst>
      <p:ext uri="{BB962C8B-B14F-4D97-AF65-F5344CB8AC3E}">
        <p14:creationId xmlns:p14="http://schemas.microsoft.com/office/powerpoint/2010/main" val="3395219318"/>
      </p:ext>
    </p:extLst>
  </p:cSld>
  <p:clrMapOvr>
    <a:masterClrMapping/>
  </p:clrMapOvr>
  <mc:AlternateContent xmlns:mc="http://schemas.openxmlformats.org/markup-compatibility/2006" xmlns:p14="http://schemas.microsoft.com/office/powerpoint/2010/main">
    <mc:Choice Requires="p14">
      <p:transition spd="slow" p14:dur="2000" advTm="44943"/>
    </mc:Choice>
    <mc:Fallback xmlns="">
      <p:transition spd="slow" advTm="44943"/>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36708</TotalTime>
  <Words>2931</Words>
  <Application>Microsoft Office PowerPoint</Application>
  <PresentationFormat>Custom</PresentationFormat>
  <Paragraphs>669</Paragraphs>
  <Slides>46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-apple-system</vt:lpstr>
      <vt:lpstr>Arial</vt:lpstr>
      <vt:lpstr>Calibri</vt:lpstr>
      <vt:lpstr>Calibri (Body)</vt:lpstr>
      <vt:lpstr>Calibri Light</vt:lpstr>
      <vt:lpstr>Cambria Math</vt:lpstr>
      <vt:lpstr>SFMono-Regular</vt:lpstr>
      <vt:lpstr>Symbol</vt:lpstr>
      <vt:lpstr>Wingdings</vt:lpstr>
      <vt:lpstr>Office Theme</vt:lpstr>
      <vt:lpstr>K-Nearest Neighbors and Radius Neighbors Classifiers</vt:lpstr>
      <vt:lpstr>Nearest Neighbor Classifier</vt:lpstr>
      <vt:lpstr>K-Nearest Neighbors (KNN) Approaches</vt:lpstr>
      <vt:lpstr>KNN Approaches in sklearn Python Package</vt:lpstr>
      <vt:lpstr>K-Nearest Neighbors Classifier</vt:lpstr>
      <vt:lpstr>Basic Idea</vt:lpstr>
      <vt:lpstr>KNN Neighbor Classifier</vt:lpstr>
      <vt:lpstr>Data Generation for Classifiers</vt:lpstr>
      <vt:lpstr>Data Generation for Classifiers</vt:lpstr>
      <vt:lpstr>KNN Classifier Code</vt:lpstr>
      <vt:lpstr>KNN Classifier Results</vt:lpstr>
      <vt:lpstr>KNN Classifier Tuning with Validation Set</vt:lpstr>
      <vt:lpstr>Radius Neighbors Classifier</vt:lpstr>
      <vt:lpstr>Radius Neighbor Classifier</vt:lpstr>
      <vt:lpstr>Radius Neighbor Classifier Code</vt:lpstr>
      <vt:lpstr>Radius Neighbor Classifier Results</vt:lpstr>
      <vt:lpstr>Radius Neighbor Tuning with Validation Set</vt:lpstr>
      <vt:lpstr>Decision Trees (DT)</vt:lpstr>
      <vt:lpstr>Decision Trees (DT)</vt:lpstr>
      <vt:lpstr>Node Impurity</vt:lpstr>
      <vt:lpstr>Node Impurity</vt:lpstr>
      <vt:lpstr>Example: Building a classification Tree Step-by-Step</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 Final Tree</vt:lpstr>
      <vt:lpstr>Decision Tree in sklearn</vt:lpstr>
      <vt:lpstr>Decision Tree in sklearn, Example 1</vt:lpstr>
      <vt:lpstr>Decision Tree in sklearn, Example 1</vt:lpstr>
      <vt:lpstr>Decision Tree in sklearn, Example 1</vt:lpstr>
      <vt:lpstr>Decision Tree in sklearn, Example 1</vt:lpstr>
      <vt:lpstr>Decision Tree in sklearn, Example 1</vt:lpstr>
      <vt:lpstr>PowerPoint Presentation</vt:lpstr>
      <vt:lpstr>Random Forest Classifiers in sklearn</vt:lpstr>
      <vt:lpstr>Random Forest Classifiers in sklearn</vt:lpstr>
      <vt:lpstr>Random Forest Classifiers in sklearn</vt:lpstr>
      <vt:lpstr>Random Forests Classifiers in sklearn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Shalaby</dc:creator>
  <cp:lastModifiedBy>Abdeltawab, Hisham</cp:lastModifiedBy>
  <cp:revision>243</cp:revision>
  <dcterms:created xsi:type="dcterms:W3CDTF">2018-12-20T16:44:09Z</dcterms:created>
  <dcterms:modified xsi:type="dcterms:W3CDTF">2024-04-20T20:46:46Z</dcterms:modified>
</cp:coreProperties>
</file>